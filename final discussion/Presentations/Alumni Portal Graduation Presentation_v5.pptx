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0483" y="4350386"/>
            <a:ext cx="8632825" cy="1537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C2B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17222" y="6221402"/>
            <a:ext cx="13269655" cy="125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4B4B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C2B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4B4B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644" y="6683042"/>
            <a:ext cx="188475" cy="332974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2834992"/>
            <a:ext cx="188475" cy="33297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C2B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35412" y="3463245"/>
            <a:ext cx="7531734" cy="989965"/>
          </a:xfrm>
          <a:custGeom>
            <a:avLst/>
            <a:gdLst/>
            <a:ahLst/>
            <a:cxnLst/>
            <a:rect l="l" t="t" r="r" b="b"/>
            <a:pathLst>
              <a:path w="7531734" h="989964">
                <a:moveTo>
                  <a:pt x="7531184" y="989498"/>
                </a:moveTo>
                <a:lnTo>
                  <a:pt x="0" y="989498"/>
                </a:lnTo>
                <a:lnTo>
                  <a:pt x="0" y="0"/>
                </a:lnTo>
                <a:lnTo>
                  <a:pt x="7531184" y="0"/>
                </a:lnTo>
                <a:lnTo>
                  <a:pt x="7531184" y="989498"/>
                </a:lnTo>
                <a:close/>
              </a:path>
            </a:pathLst>
          </a:custGeom>
          <a:solidFill>
            <a:srgbClr val="0F2A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C2B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939" y="6235412"/>
            <a:ext cx="5803488" cy="16491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1113" y="6235412"/>
            <a:ext cx="5819194" cy="1884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498" y="3895169"/>
            <a:ext cx="479043" cy="12722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0764" y="3942288"/>
            <a:ext cx="942379" cy="12250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243" y="836750"/>
            <a:ext cx="7480985" cy="929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C2B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8196" y="5476661"/>
            <a:ext cx="14147707" cy="2629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4B4B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ories.Iondon.ac.uk/aIumni-ceIebration-2022/assets/3ef8Dphb2Y/alum-reception-pic-409&#243;x2304.jpeg" TargetMode="External"/><Relationship Id="rId3" Type="http://schemas.openxmlformats.org/officeDocument/2006/relationships/hyperlink" Target="https://cdn.dribbbIe.com/userupIoad/47464656/fiIe/440f&#243;88088" TargetMode="External"/><Relationship Id="rId4" Type="http://schemas.openxmlformats.org/officeDocument/2006/relationships/hyperlink" Target="https://static.vecteezy.com/system/resources/thumbnails/073/305/731/small/male-programmer-seated-at-a-modern-workstation-surrounded-by-multiple-monitors-displaying-code" TargetMode="External"/><Relationship Id="rId5" Type="http://schemas.openxmlformats.org/officeDocument/2006/relationships/hyperlink" Target="http://www.vecteezy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792" y="267007"/>
            <a:ext cx="2410921" cy="241092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62263" y="6337913"/>
          <a:ext cx="16165830" cy="2076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5430"/>
                <a:gridCol w="6394450"/>
                <a:gridCol w="4349114"/>
              </a:tblGrid>
              <a:tr h="367030">
                <a:tc>
                  <a:txBody>
                    <a:bodyPr/>
                    <a:lstStyle/>
                    <a:p>
                      <a:pPr algn="ctr" marR="886460">
                        <a:lnSpc>
                          <a:spcPts val="2540"/>
                        </a:lnSpc>
                      </a:pPr>
                      <a:r>
                        <a:rPr dirty="0" sz="2200" spc="185">
                          <a:solidFill>
                            <a:srgbClr val="0C2A4F"/>
                          </a:solidFill>
                          <a:latin typeface="Arial MT"/>
                          <a:cs typeface="Arial MT"/>
                        </a:rPr>
                        <a:t>Molok</a:t>
                      </a:r>
                      <a:r>
                        <a:rPr dirty="0" sz="2200" spc="-135">
                          <a:solidFill>
                            <a:srgbClr val="0C2A4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145">
                          <a:solidFill>
                            <a:srgbClr val="0C3159"/>
                          </a:solidFill>
                          <a:latin typeface="Arial MT"/>
                          <a:cs typeface="Arial MT"/>
                        </a:rPr>
                        <a:t>Mohammed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39090">
                        <a:lnSpc>
                          <a:spcPts val="2560"/>
                        </a:lnSpc>
                      </a:pPr>
                      <a:r>
                        <a:rPr dirty="0" sz="2300" spc="50">
                          <a:solidFill>
                            <a:srgbClr val="0A2859"/>
                          </a:solidFill>
                          <a:latin typeface="Arial MT"/>
                          <a:cs typeface="Arial MT"/>
                        </a:rPr>
                        <a:t>Ahmed</a:t>
                      </a:r>
                      <a:r>
                        <a:rPr dirty="0" sz="2300" spc="100">
                          <a:solidFill>
                            <a:srgbClr val="0A285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60">
                          <a:solidFill>
                            <a:srgbClr val="05245B"/>
                          </a:solidFill>
                          <a:latin typeface="Arial MT"/>
                          <a:cs typeface="Arial MT"/>
                        </a:rPr>
                        <a:t>Ashrof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15390">
                        <a:lnSpc>
                          <a:spcPts val="2560"/>
                        </a:lnSpc>
                      </a:pPr>
                      <a:r>
                        <a:rPr dirty="0" sz="2300">
                          <a:solidFill>
                            <a:srgbClr val="18264F"/>
                          </a:solidFill>
                          <a:latin typeface="Arial MT"/>
                          <a:cs typeface="Arial MT"/>
                        </a:rPr>
                        <a:t>Konoz</a:t>
                      </a:r>
                      <a:r>
                        <a:rPr dirty="0" sz="2300" spc="-50">
                          <a:solidFill>
                            <a:srgbClr val="18264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135">
                          <a:solidFill>
                            <a:srgbClr val="072A4B"/>
                          </a:solidFill>
                          <a:latin typeface="Arial MT"/>
                          <a:cs typeface="Arial MT"/>
                        </a:rPr>
                        <a:t>Mostofo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671195">
                <a:tc>
                  <a:txBody>
                    <a:bodyPr/>
                    <a:lstStyle/>
                    <a:p>
                      <a:pPr algn="ctr" marR="8820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900" spc="-225">
                          <a:solidFill>
                            <a:srgbClr val="3D3D3D"/>
                          </a:solidFill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1900" spc="-40">
                          <a:solidFill>
                            <a:srgbClr val="3D3D3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5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Developer</a:t>
                      </a:r>
                      <a:r>
                        <a:rPr dirty="0" sz="1900" spc="114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900" spc="5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21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Business</a:t>
                      </a:r>
                      <a:r>
                        <a:rPr dirty="0" sz="1900" spc="45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35">
                          <a:solidFill>
                            <a:srgbClr val="50677E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900" spc="-190">
                          <a:solidFill>
                            <a:srgbClr val="50677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20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900" spc="-2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50">
                          <a:solidFill>
                            <a:srgbClr val="3D3D3D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R="3257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900" spc="-225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1900" spc="-45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50">
                          <a:solidFill>
                            <a:srgbClr val="3B3B3B"/>
                          </a:solidFill>
                          <a:latin typeface="Arial MT"/>
                          <a:cs typeface="Arial MT"/>
                        </a:rPr>
                        <a:t>Developer</a:t>
                      </a:r>
                      <a:r>
                        <a:rPr dirty="0" sz="1900" spc="55">
                          <a:solidFill>
                            <a:srgbClr val="3B3B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>
                          <a:solidFill>
                            <a:srgbClr val="54606B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900" spc="-30">
                          <a:solidFill>
                            <a:srgbClr val="54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55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dirty="0" sz="1900" spc="75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95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Responsible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12230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900" spc="-175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Frontend</a:t>
                      </a:r>
                      <a:r>
                        <a:rPr dirty="0" sz="1900" spc="-5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5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Developer</a:t>
                      </a:r>
                      <a:r>
                        <a:rPr dirty="0" sz="1900" spc="1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8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900" spc="-6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25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UI</a:t>
                      </a:r>
                      <a:r>
                        <a:rPr dirty="0" sz="1900" spc="-155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95">
                          <a:solidFill>
                            <a:srgbClr val="3D3D3D"/>
                          </a:solidFill>
                          <a:latin typeface="Arial MT"/>
                          <a:cs typeface="Arial MT"/>
                        </a:rPr>
                        <a:t>Designer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</a:tr>
              <a:tr h="725805">
                <a:tc>
                  <a:txBody>
                    <a:bodyPr/>
                    <a:lstStyle/>
                    <a:p>
                      <a:pPr algn="ctr" marR="906144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dirty="0" sz="2300" spc="65">
                          <a:solidFill>
                            <a:srgbClr val="183B72"/>
                          </a:solidFill>
                          <a:latin typeface="Arial MT"/>
                          <a:cs typeface="Arial MT"/>
                        </a:rPr>
                        <a:t>Yoro</a:t>
                      </a:r>
                      <a:r>
                        <a:rPr dirty="0" sz="2300" spc="114">
                          <a:solidFill>
                            <a:srgbClr val="183B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60">
                          <a:solidFill>
                            <a:srgbClr val="052A5B"/>
                          </a:solidFill>
                          <a:latin typeface="Arial MT"/>
                          <a:cs typeface="Arial MT"/>
                        </a:rPr>
                        <a:t>Ashrof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333375"/>
                </a:tc>
                <a:tc>
                  <a:txBody>
                    <a:bodyPr/>
                    <a:lstStyle/>
                    <a:p>
                      <a:pPr algn="ctr" marR="304165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dirty="0" sz="2300" spc="114">
                          <a:solidFill>
                            <a:srgbClr val="0A3654"/>
                          </a:solidFill>
                          <a:latin typeface="Arial MT"/>
                          <a:cs typeface="Arial MT"/>
                        </a:rPr>
                        <a:t>Abdelrohmon</a:t>
                      </a:r>
                      <a:r>
                        <a:rPr dirty="0" sz="2300" spc="-40">
                          <a:solidFill>
                            <a:srgbClr val="0A365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155">
                          <a:solidFill>
                            <a:srgbClr val="112D5B"/>
                          </a:solidFill>
                          <a:latin typeface="Arial MT"/>
                          <a:cs typeface="Arial MT"/>
                        </a:rPr>
                        <a:t>Mogdy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333375"/>
                </a:tc>
                <a:tc>
                  <a:txBody>
                    <a:bodyPr/>
                    <a:lstStyle/>
                    <a:p>
                      <a:pPr algn="ctr" marL="1239520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dirty="0" sz="2300" spc="75">
                          <a:solidFill>
                            <a:srgbClr val="0A2A3B"/>
                          </a:solidFill>
                          <a:latin typeface="Arial MT"/>
                          <a:cs typeface="Arial MT"/>
                        </a:rPr>
                        <a:t>Supervised</a:t>
                      </a:r>
                      <a:r>
                        <a:rPr dirty="0" sz="2300" spc="50">
                          <a:solidFill>
                            <a:srgbClr val="0A2A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55">
                          <a:solidFill>
                            <a:srgbClr val="18285E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333375"/>
                </a:tc>
              </a:tr>
              <a:tr h="312420">
                <a:tc>
                  <a:txBody>
                    <a:bodyPr/>
                    <a:lstStyle/>
                    <a:p>
                      <a:pPr algn="ctr" marR="880744">
                        <a:lnSpc>
                          <a:spcPts val="2210"/>
                        </a:lnSpc>
                        <a:spcBef>
                          <a:spcPts val="150"/>
                        </a:spcBef>
                      </a:pPr>
                      <a:r>
                        <a:rPr dirty="0" sz="1900" spc="-175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Frontend</a:t>
                      </a:r>
                      <a:r>
                        <a:rPr dirty="0" sz="1900" spc="-6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5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Developer</a:t>
                      </a:r>
                      <a:r>
                        <a:rPr dirty="0" sz="1900" spc="6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>
                          <a:solidFill>
                            <a:srgbClr val="546275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900" spc="-25">
                          <a:solidFill>
                            <a:srgbClr val="54627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60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UI</a:t>
                      </a:r>
                      <a:r>
                        <a:rPr dirty="0" sz="1900" spc="-150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4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Designer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R="333375">
                        <a:lnSpc>
                          <a:spcPts val="2210"/>
                        </a:lnSpc>
                        <a:spcBef>
                          <a:spcPts val="150"/>
                        </a:spcBef>
                      </a:pPr>
                      <a:r>
                        <a:rPr dirty="0" sz="1900" spc="-22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1900" spc="1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5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Developer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1238250">
                        <a:lnSpc>
                          <a:spcPts val="2210"/>
                        </a:lnSpc>
                        <a:spcBef>
                          <a:spcPts val="150"/>
                        </a:spcBef>
                      </a:pPr>
                      <a:r>
                        <a:rPr dirty="0" sz="1900" spc="-145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900" spc="-20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10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Helal</a:t>
                      </a:r>
                      <a:r>
                        <a:rPr dirty="0" sz="1900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900" spc="-25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Ahmed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76378" y="2718237"/>
            <a:ext cx="325564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35">
                <a:solidFill>
                  <a:srgbClr val="0C244D"/>
                </a:solidFill>
                <a:latin typeface="Arial MT"/>
                <a:cs typeface="Arial MT"/>
              </a:rPr>
              <a:t>C</a:t>
            </a:r>
            <a:r>
              <a:rPr dirty="0" sz="1900" spc="-105">
                <a:solidFill>
                  <a:srgbClr val="0C244D"/>
                </a:solidFill>
                <a:latin typeface="Arial MT"/>
                <a:cs typeface="Arial MT"/>
              </a:rPr>
              <a:t> </a:t>
            </a:r>
            <a:r>
              <a:rPr dirty="0" sz="1900" spc="60">
                <a:solidFill>
                  <a:srgbClr val="0F2D5D"/>
                </a:solidFill>
                <a:latin typeface="Arial MT"/>
                <a:cs typeface="Arial MT"/>
              </a:rPr>
              <a:t>A</a:t>
            </a:r>
            <a:r>
              <a:rPr dirty="0" sz="1900" spc="-215">
                <a:solidFill>
                  <a:srgbClr val="0F2D5D"/>
                </a:solidFill>
                <a:latin typeface="Arial MT"/>
                <a:cs typeface="Arial MT"/>
              </a:rPr>
              <a:t> </a:t>
            </a:r>
            <a:r>
              <a:rPr dirty="0" sz="1900" spc="90">
                <a:solidFill>
                  <a:srgbClr val="082856"/>
                </a:solidFill>
                <a:latin typeface="Arial MT"/>
                <a:cs typeface="Arial MT"/>
              </a:rPr>
              <a:t>P</a:t>
            </a:r>
            <a:r>
              <a:rPr dirty="0" sz="1900" spc="90">
                <a:solidFill>
                  <a:srgbClr val="112B49"/>
                </a:solidFill>
                <a:latin typeface="Arial MT"/>
                <a:cs typeface="Arial MT"/>
              </a:rPr>
              <a:t>I</a:t>
            </a:r>
            <a:r>
              <a:rPr dirty="0" sz="1900" spc="-125">
                <a:solidFill>
                  <a:srgbClr val="112B49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032D56"/>
                </a:solidFill>
                <a:latin typeface="Arial MT"/>
                <a:cs typeface="Arial MT"/>
              </a:rPr>
              <a:t>T</a:t>
            </a:r>
            <a:r>
              <a:rPr dirty="0" sz="1900" spc="-55">
                <a:solidFill>
                  <a:srgbClr val="032D56"/>
                </a:solidFill>
                <a:latin typeface="Arial MT"/>
                <a:cs typeface="Arial MT"/>
              </a:rPr>
              <a:t> </a:t>
            </a:r>
            <a:r>
              <a:rPr dirty="0" sz="1900" spc="60">
                <a:solidFill>
                  <a:srgbClr val="082A56"/>
                </a:solidFill>
                <a:latin typeface="Arial MT"/>
                <a:cs typeface="Arial MT"/>
              </a:rPr>
              <a:t>A</a:t>
            </a:r>
            <a:r>
              <a:rPr dirty="0" sz="1900" spc="-210">
                <a:solidFill>
                  <a:srgbClr val="082A56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082857"/>
                </a:solidFill>
                <a:latin typeface="Arial MT"/>
                <a:cs typeface="Arial MT"/>
              </a:rPr>
              <a:t>L</a:t>
            </a:r>
            <a:r>
              <a:rPr dirty="0" sz="1900" spc="330">
                <a:solidFill>
                  <a:srgbClr val="082857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082352"/>
                </a:solidFill>
                <a:latin typeface="Arial MT"/>
                <a:cs typeface="Arial MT"/>
              </a:rPr>
              <a:t>U</a:t>
            </a:r>
            <a:r>
              <a:rPr dirty="0" sz="1900" spc="-275">
                <a:solidFill>
                  <a:srgbClr val="082352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052164"/>
                </a:solidFill>
                <a:latin typeface="Arial MT"/>
                <a:cs typeface="Arial MT"/>
              </a:rPr>
              <a:t>N</a:t>
            </a:r>
            <a:r>
              <a:rPr dirty="0" sz="1900" spc="-310">
                <a:solidFill>
                  <a:srgbClr val="052164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212F60"/>
                </a:solidFill>
                <a:latin typeface="Arial MT"/>
                <a:cs typeface="Arial MT"/>
              </a:rPr>
              <a:t>IV</a:t>
            </a:r>
            <a:r>
              <a:rPr dirty="0" sz="1900" spc="160">
                <a:solidFill>
                  <a:srgbClr val="212F60"/>
                </a:solidFill>
                <a:latin typeface="Arial MT"/>
                <a:cs typeface="Arial MT"/>
              </a:rPr>
              <a:t> </a:t>
            </a:r>
            <a:r>
              <a:rPr dirty="0" sz="1900" spc="-220">
                <a:solidFill>
                  <a:srgbClr val="0F284D"/>
                </a:solidFill>
                <a:latin typeface="Arial MT"/>
                <a:cs typeface="Arial MT"/>
              </a:rPr>
              <a:t>E</a:t>
            </a:r>
            <a:r>
              <a:rPr dirty="0" sz="1900" spc="-225">
                <a:solidFill>
                  <a:srgbClr val="0F284D"/>
                </a:solidFill>
                <a:latin typeface="Arial MT"/>
                <a:cs typeface="Arial MT"/>
              </a:rPr>
              <a:t> </a:t>
            </a:r>
            <a:r>
              <a:rPr dirty="0" sz="1900" spc="-145">
                <a:solidFill>
                  <a:srgbClr val="0E346E"/>
                </a:solidFill>
                <a:latin typeface="Arial MT"/>
                <a:cs typeface="Arial MT"/>
              </a:rPr>
              <a:t>R</a:t>
            </a:r>
            <a:r>
              <a:rPr dirty="0" sz="1900" spc="-160">
                <a:solidFill>
                  <a:srgbClr val="0E346E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132B4B"/>
                </a:solidFill>
                <a:latin typeface="Arial MT"/>
                <a:cs typeface="Arial MT"/>
              </a:rPr>
              <a:t>S</a:t>
            </a:r>
            <a:r>
              <a:rPr dirty="0" sz="1900" spc="95">
                <a:solidFill>
                  <a:srgbClr val="0C284F"/>
                </a:solidFill>
                <a:latin typeface="Arial MT"/>
                <a:cs typeface="Arial MT"/>
              </a:rPr>
              <a:t>I</a:t>
            </a:r>
            <a:r>
              <a:rPr dirty="0" sz="1900" spc="-130">
                <a:solidFill>
                  <a:srgbClr val="0C284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32A52"/>
                </a:solidFill>
                <a:latin typeface="Arial MT"/>
                <a:cs typeface="Arial MT"/>
              </a:rPr>
              <a:t>T</a:t>
            </a:r>
            <a:r>
              <a:rPr dirty="0" sz="1900" spc="-125">
                <a:solidFill>
                  <a:srgbClr val="132A52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0A3467"/>
                </a:solidFill>
                <a:latin typeface="Arial MT"/>
                <a:cs typeface="Arial MT"/>
              </a:rPr>
              <a:t>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093415" y="3080137"/>
            <a:ext cx="5866130" cy="12426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950" spc="-1005">
                <a:solidFill>
                  <a:srgbClr val="0C2B5B"/>
                </a:solidFill>
              </a:rPr>
              <a:t>Alumni</a:t>
            </a:r>
            <a:r>
              <a:rPr dirty="0" sz="7950" spc="-944">
                <a:solidFill>
                  <a:srgbClr val="0C2B5B"/>
                </a:solidFill>
              </a:rPr>
              <a:t> </a:t>
            </a:r>
            <a:r>
              <a:rPr dirty="0" sz="7950" spc="-1010">
                <a:solidFill>
                  <a:srgbClr val="0F2A5B"/>
                </a:solidFill>
              </a:rPr>
              <a:t>Portal</a:t>
            </a:r>
            <a:endParaRPr sz="7950"/>
          </a:p>
        </p:txBody>
      </p:sp>
      <p:sp>
        <p:nvSpPr>
          <p:cNvPr id="6" name="object 6"/>
          <p:cNvSpPr txBox="1"/>
          <p:nvPr/>
        </p:nvSpPr>
        <p:spPr>
          <a:xfrm>
            <a:off x="5186838" y="4535590"/>
            <a:ext cx="9693275" cy="1022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35"/>
              </a:spcBef>
            </a:pPr>
            <a:r>
              <a:rPr dirty="0" sz="2800" spc="-190">
                <a:solidFill>
                  <a:srgbClr val="4BA3E4"/>
                </a:solidFill>
                <a:latin typeface="Arial MT"/>
                <a:cs typeface="Arial MT"/>
              </a:rPr>
              <a:t>A</a:t>
            </a:r>
            <a:r>
              <a:rPr dirty="0" sz="2800" spc="-5">
                <a:solidFill>
                  <a:srgbClr val="4BA3E4"/>
                </a:solidFill>
                <a:latin typeface="Arial MT"/>
                <a:cs typeface="Arial MT"/>
              </a:rPr>
              <a:t> </a:t>
            </a:r>
            <a:r>
              <a:rPr dirty="0" sz="2800" spc="210">
                <a:solidFill>
                  <a:srgbClr val="50A7E4"/>
                </a:solidFill>
                <a:latin typeface="Arial MT"/>
                <a:cs typeface="Arial MT"/>
              </a:rPr>
              <a:t>Bridge</a:t>
            </a:r>
            <a:r>
              <a:rPr dirty="0" sz="2800" spc="-50">
                <a:solidFill>
                  <a:srgbClr val="50A7E4"/>
                </a:solidFill>
                <a:latin typeface="Arial MT"/>
                <a:cs typeface="Arial MT"/>
              </a:rPr>
              <a:t> </a:t>
            </a:r>
            <a:r>
              <a:rPr dirty="0" sz="2800" spc="165">
                <a:solidFill>
                  <a:srgbClr val="54AAE4"/>
                </a:solidFill>
                <a:latin typeface="Arial MT"/>
                <a:cs typeface="Arial MT"/>
              </a:rPr>
              <a:t>Between</a:t>
            </a:r>
            <a:r>
              <a:rPr dirty="0" sz="2800" spc="125">
                <a:solidFill>
                  <a:srgbClr val="54AAE4"/>
                </a:solidFill>
                <a:latin typeface="Arial MT"/>
                <a:cs typeface="Arial MT"/>
              </a:rPr>
              <a:t> </a:t>
            </a:r>
            <a:r>
              <a:rPr dirty="0" sz="2800" spc="135">
                <a:solidFill>
                  <a:srgbClr val="4FA8D1"/>
                </a:solidFill>
                <a:latin typeface="Arial MT"/>
                <a:cs typeface="Arial MT"/>
              </a:rPr>
              <a:t>the</a:t>
            </a:r>
            <a:r>
              <a:rPr dirty="0" sz="2800" spc="165">
                <a:solidFill>
                  <a:srgbClr val="4FA8D1"/>
                </a:solidFill>
                <a:latin typeface="Arial MT"/>
                <a:cs typeface="Arial MT"/>
              </a:rPr>
              <a:t> </a:t>
            </a:r>
            <a:r>
              <a:rPr dirty="0" sz="2800" spc="145">
                <a:solidFill>
                  <a:srgbClr val="48B1EB"/>
                </a:solidFill>
                <a:latin typeface="Arial MT"/>
                <a:cs typeface="Arial MT"/>
              </a:rPr>
              <a:t>University</a:t>
            </a:r>
            <a:r>
              <a:rPr dirty="0" sz="2800" spc="75">
                <a:solidFill>
                  <a:srgbClr val="48B1EB"/>
                </a:solidFill>
                <a:latin typeface="Arial MT"/>
                <a:cs typeface="Arial MT"/>
              </a:rPr>
              <a:t> </a:t>
            </a:r>
            <a:r>
              <a:rPr dirty="0" sz="2800" spc="165">
                <a:solidFill>
                  <a:srgbClr val="52A5DB"/>
                </a:solidFill>
                <a:latin typeface="Arial MT"/>
                <a:cs typeface="Arial MT"/>
              </a:rPr>
              <a:t>and</a:t>
            </a:r>
            <a:r>
              <a:rPr dirty="0" sz="2800" spc="395">
                <a:solidFill>
                  <a:srgbClr val="52A5DB"/>
                </a:solidFill>
                <a:latin typeface="Arial MT"/>
                <a:cs typeface="Arial MT"/>
              </a:rPr>
              <a:t> </a:t>
            </a:r>
            <a:r>
              <a:rPr dirty="0" sz="2800" spc="110">
                <a:solidFill>
                  <a:srgbClr val="50A7E4"/>
                </a:solidFill>
                <a:latin typeface="Arial MT"/>
                <a:cs typeface="Arial MT"/>
              </a:rPr>
              <a:t>its</a:t>
            </a:r>
            <a:r>
              <a:rPr dirty="0" sz="2800" spc="20">
                <a:solidFill>
                  <a:srgbClr val="50A7E4"/>
                </a:solidFill>
                <a:latin typeface="Arial MT"/>
                <a:cs typeface="Arial MT"/>
              </a:rPr>
              <a:t> </a:t>
            </a:r>
            <a:r>
              <a:rPr dirty="0" sz="2800" spc="220">
                <a:solidFill>
                  <a:srgbClr val="50A8D6"/>
                </a:solidFill>
                <a:latin typeface="Arial MT"/>
                <a:cs typeface="Arial MT"/>
              </a:rPr>
              <a:t>Graduates</a:t>
            </a:r>
            <a:endParaRPr sz="2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814"/>
              </a:spcBef>
            </a:pPr>
            <a:r>
              <a:rPr dirty="0" sz="2200" spc="-25">
                <a:solidFill>
                  <a:srgbClr val="0C3867"/>
                </a:solidFill>
                <a:latin typeface="Arial MT"/>
                <a:cs typeface="Arial MT"/>
              </a:rPr>
              <a:t>Faculty</a:t>
            </a:r>
            <a:r>
              <a:rPr dirty="0" sz="2200">
                <a:solidFill>
                  <a:srgbClr val="0C3867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13664"/>
                </a:solidFill>
                <a:latin typeface="Arial MT"/>
                <a:cs typeface="Arial MT"/>
              </a:rPr>
              <a:t>of</a:t>
            </a:r>
            <a:r>
              <a:rPr dirty="0" sz="2200" spc="-20">
                <a:solidFill>
                  <a:srgbClr val="213664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153862"/>
                </a:solidFill>
                <a:latin typeface="Arial MT"/>
                <a:cs typeface="Arial MT"/>
              </a:rPr>
              <a:t>Computers</a:t>
            </a:r>
            <a:r>
              <a:rPr dirty="0" sz="2200" spc="-25">
                <a:solidFill>
                  <a:srgbClr val="15386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52F4D"/>
                </a:solidFill>
                <a:latin typeface="Arial MT"/>
                <a:cs typeface="Arial MT"/>
              </a:rPr>
              <a:t>&amp;</a:t>
            </a:r>
            <a:r>
              <a:rPr dirty="0" sz="2200" spc="-200">
                <a:solidFill>
                  <a:srgbClr val="152F4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A2A56"/>
                </a:solidFill>
                <a:latin typeface="Arial MT"/>
                <a:cs typeface="Arial MT"/>
              </a:rPr>
              <a:t>Artificial</a:t>
            </a:r>
            <a:r>
              <a:rPr dirty="0" sz="2200" spc="-135">
                <a:solidFill>
                  <a:srgbClr val="1A2A5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53154"/>
                </a:solidFill>
                <a:latin typeface="Arial MT"/>
                <a:cs typeface="Arial MT"/>
              </a:rPr>
              <a:t>Intelligence</a:t>
            </a:r>
            <a:r>
              <a:rPr dirty="0" sz="2200" spc="65">
                <a:solidFill>
                  <a:srgbClr val="0531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C2F56"/>
                </a:solidFill>
                <a:latin typeface="Arial MT"/>
                <a:cs typeface="Arial MT"/>
              </a:rPr>
              <a:t>|</a:t>
            </a:r>
            <a:r>
              <a:rPr dirty="0" sz="2200" spc="-105">
                <a:solidFill>
                  <a:srgbClr val="0C2F56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32854"/>
                </a:solidFill>
                <a:latin typeface="Arial MT"/>
                <a:cs typeface="Arial MT"/>
              </a:rPr>
              <a:t>Software</a:t>
            </a:r>
            <a:r>
              <a:rPr dirty="0" sz="2200" spc="10">
                <a:solidFill>
                  <a:srgbClr val="132854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002D62"/>
                </a:solidFill>
                <a:latin typeface="Arial MT"/>
                <a:cs typeface="Arial MT"/>
              </a:rPr>
              <a:t>Engineering</a:t>
            </a:r>
            <a:r>
              <a:rPr dirty="0" sz="2200" spc="-85">
                <a:solidFill>
                  <a:srgbClr val="002D6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02649"/>
                </a:solidFill>
                <a:latin typeface="Arial MT"/>
                <a:cs typeface="Arial MT"/>
              </a:rPr>
              <a:t>Department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900" spc="-1630">
                <a:solidFill>
                  <a:srgbClr val="0F2A57"/>
                </a:solidFill>
              </a:rPr>
              <a:t>Project</a:t>
            </a:r>
            <a:r>
              <a:rPr dirty="0" sz="9900" spc="-700">
                <a:solidFill>
                  <a:srgbClr val="0F2A57"/>
                </a:solidFill>
              </a:rPr>
              <a:t> </a:t>
            </a:r>
            <a:r>
              <a:rPr dirty="0" sz="9900" spc="-1664">
                <a:solidFill>
                  <a:srgbClr val="0F2B52"/>
                </a:solidFill>
              </a:rPr>
              <a:t>Overview</a:t>
            </a:r>
            <a:endParaRPr sz="99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98975" marR="5080" indent="-4486910">
              <a:lnSpc>
                <a:spcPct val="120000"/>
              </a:lnSpc>
              <a:spcBef>
                <a:spcPts val="100"/>
              </a:spcBef>
            </a:pPr>
            <a:r>
              <a:rPr dirty="0" sz="3350" spc="-660">
                <a:solidFill>
                  <a:srgbClr val="494949"/>
                </a:solidFill>
              </a:rPr>
              <a:t>Transforming</a:t>
            </a:r>
            <a:r>
              <a:rPr dirty="0" sz="3350" spc="-10">
                <a:solidFill>
                  <a:srgbClr val="494949"/>
                </a:solidFill>
              </a:rPr>
              <a:t> </a:t>
            </a:r>
            <a:r>
              <a:rPr dirty="0" sz="3350" spc="-525">
                <a:solidFill>
                  <a:srgbClr val="444444"/>
                </a:solidFill>
              </a:rPr>
              <a:t>university-</a:t>
            </a:r>
            <a:r>
              <a:rPr dirty="0" sz="3350" spc="-615">
                <a:solidFill>
                  <a:srgbClr val="444444"/>
                </a:solidFill>
              </a:rPr>
              <a:t>alumni</a:t>
            </a:r>
            <a:r>
              <a:rPr dirty="0" sz="3350" spc="-310">
                <a:solidFill>
                  <a:srgbClr val="444444"/>
                </a:solidFill>
              </a:rPr>
              <a:t> </a:t>
            </a:r>
            <a:r>
              <a:rPr dirty="0" sz="3350" spc="-600">
                <a:solidFill>
                  <a:srgbClr val="444444"/>
                </a:solidFill>
              </a:rPr>
              <a:t>relations</a:t>
            </a:r>
            <a:r>
              <a:rPr dirty="0" sz="3350" spc="-95">
                <a:solidFill>
                  <a:srgbClr val="444444"/>
                </a:solidFill>
              </a:rPr>
              <a:t> </a:t>
            </a:r>
            <a:r>
              <a:rPr dirty="0" sz="3350" spc="-615">
                <a:solidFill>
                  <a:srgbClr val="4F4F4F"/>
                </a:solidFill>
              </a:rPr>
              <a:t>through</a:t>
            </a:r>
            <a:r>
              <a:rPr dirty="0" sz="3350" spc="-204">
                <a:solidFill>
                  <a:srgbClr val="4F4F4F"/>
                </a:solidFill>
              </a:rPr>
              <a:t> </a:t>
            </a:r>
            <a:r>
              <a:rPr dirty="0" sz="3350" spc="-919">
                <a:solidFill>
                  <a:srgbClr val="3B5770"/>
                </a:solidFill>
              </a:rPr>
              <a:t>a</a:t>
            </a:r>
            <a:r>
              <a:rPr dirty="0" sz="3350" spc="-350">
                <a:solidFill>
                  <a:srgbClr val="3B5770"/>
                </a:solidFill>
              </a:rPr>
              <a:t> </a:t>
            </a:r>
            <a:r>
              <a:rPr dirty="0" sz="3350" spc="-575">
                <a:solidFill>
                  <a:srgbClr val="465762"/>
                </a:solidFill>
              </a:rPr>
              <a:t>unified</a:t>
            </a:r>
            <a:r>
              <a:rPr dirty="0" sz="3350" spc="-150">
                <a:solidFill>
                  <a:srgbClr val="465762"/>
                </a:solidFill>
              </a:rPr>
              <a:t> </a:t>
            </a:r>
            <a:r>
              <a:rPr dirty="0" sz="3350" spc="-580"/>
              <a:t>digital</a:t>
            </a:r>
            <a:r>
              <a:rPr dirty="0" sz="3350" spc="-195"/>
              <a:t> </a:t>
            </a:r>
            <a:r>
              <a:rPr dirty="0" sz="3350" spc="-650">
                <a:solidFill>
                  <a:srgbClr val="444444"/>
                </a:solidFill>
              </a:rPr>
              <a:t>networking</a:t>
            </a:r>
            <a:r>
              <a:rPr dirty="0" sz="3350" spc="-55">
                <a:solidFill>
                  <a:srgbClr val="444444"/>
                </a:solidFill>
              </a:rPr>
              <a:t> </a:t>
            </a:r>
            <a:r>
              <a:rPr dirty="0" sz="3350" spc="-795">
                <a:solidFill>
                  <a:srgbClr val="424242"/>
                </a:solidFill>
              </a:rPr>
              <a:t>and</a:t>
            </a:r>
            <a:r>
              <a:rPr dirty="0" sz="3350" spc="835">
                <a:solidFill>
                  <a:srgbClr val="424242"/>
                </a:solidFill>
              </a:rPr>
              <a:t> </a:t>
            </a:r>
            <a:r>
              <a:rPr dirty="0" sz="3350" spc="-600">
                <a:solidFill>
                  <a:srgbClr val="444444"/>
                </a:solidFill>
              </a:rPr>
              <a:t>administrative</a:t>
            </a:r>
            <a:r>
              <a:rPr dirty="0" sz="3350" spc="-155">
                <a:solidFill>
                  <a:srgbClr val="444444"/>
                </a:solidFill>
              </a:rPr>
              <a:t> </a:t>
            </a:r>
            <a:r>
              <a:rPr dirty="0" sz="3350" spc="-750">
                <a:solidFill>
                  <a:srgbClr val="464646"/>
                </a:solidFill>
              </a:rPr>
              <a:t>ecosystem.</a:t>
            </a:r>
            <a:endParaRPr sz="3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37845">
              <a:lnSpc>
                <a:spcPct val="100000"/>
              </a:lnSpc>
              <a:spcBef>
                <a:spcPts val="114"/>
              </a:spcBef>
            </a:pPr>
            <a:r>
              <a:rPr dirty="0" sz="5650" b="1">
                <a:solidFill>
                  <a:srgbClr val="0F2A59"/>
                </a:solidFill>
                <a:latin typeface="Calibri"/>
                <a:cs typeface="Calibri"/>
              </a:rPr>
              <a:t>The</a:t>
            </a:r>
            <a:r>
              <a:rPr dirty="0" sz="5650" spc="-215" b="1">
                <a:solidFill>
                  <a:srgbClr val="0F2A59"/>
                </a:solidFill>
                <a:latin typeface="Calibri"/>
                <a:cs typeface="Calibri"/>
              </a:rPr>
              <a:t> </a:t>
            </a:r>
            <a:r>
              <a:rPr dirty="0" sz="5650" spc="155" b="1">
                <a:solidFill>
                  <a:srgbClr val="0A2A59"/>
                </a:solidFill>
                <a:latin typeface="Calibri"/>
                <a:cs typeface="Calibri"/>
              </a:rPr>
              <a:t>Challenges</a:t>
            </a:r>
            <a:endParaRPr sz="56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265" y="3133801"/>
            <a:ext cx="7553325" cy="2315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480">
                <a:solidFill>
                  <a:srgbClr val="08285B"/>
                </a:solidFill>
                <a:latin typeface="Arial Black"/>
                <a:cs typeface="Arial Black"/>
              </a:rPr>
              <a:t>Communication</a:t>
            </a:r>
            <a:r>
              <a:rPr dirty="0" sz="3600" spc="10">
                <a:solidFill>
                  <a:srgbClr val="08285B"/>
                </a:solidFill>
                <a:latin typeface="Arial Black"/>
                <a:cs typeface="Arial Black"/>
              </a:rPr>
              <a:t> </a:t>
            </a:r>
            <a:r>
              <a:rPr dirty="0" sz="3600" spc="-475">
                <a:solidFill>
                  <a:srgbClr val="0C2B5D"/>
                </a:solidFill>
                <a:latin typeface="Arial Black"/>
                <a:cs typeface="Arial Black"/>
              </a:rPr>
              <a:t>Gap</a:t>
            </a:r>
            <a:endParaRPr sz="3600">
              <a:latin typeface="Arial Black"/>
              <a:cs typeface="Arial Black"/>
            </a:endParaRPr>
          </a:p>
          <a:p>
            <a:pPr marL="23495" marR="5080" indent="1905">
              <a:lnSpc>
                <a:spcPct val="110400"/>
              </a:lnSpc>
              <a:spcBef>
                <a:spcPts val="2560"/>
              </a:spcBef>
            </a:pPr>
            <a:r>
              <a:rPr dirty="0" sz="2800" spc="-570">
                <a:solidFill>
                  <a:srgbClr val="484848"/>
                </a:solidFill>
                <a:latin typeface="Arial Black"/>
                <a:cs typeface="Arial Black"/>
              </a:rPr>
              <a:t>Graduates</a:t>
            </a:r>
            <a:r>
              <a:rPr dirty="0" sz="2800" spc="-12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480">
                <a:solidFill>
                  <a:srgbClr val="4B4B4B"/>
                </a:solidFill>
                <a:latin typeface="Arial Black"/>
                <a:cs typeface="Arial Black"/>
              </a:rPr>
              <a:t>often</a:t>
            </a:r>
            <a:r>
              <a:rPr dirty="0" sz="2800" spc="-24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65">
                <a:solidFill>
                  <a:srgbClr val="4D4D4D"/>
                </a:solidFill>
                <a:latin typeface="Arial Black"/>
                <a:cs typeface="Arial Black"/>
              </a:rPr>
              <a:t>lose</a:t>
            </a:r>
            <a:r>
              <a:rPr dirty="0" sz="2800" spc="-30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560">
                <a:solidFill>
                  <a:srgbClr val="484848"/>
                </a:solidFill>
                <a:latin typeface="Arial Black"/>
                <a:cs typeface="Arial Black"/>
              </a:rPr>
              <a:t>touch</a:t>
            </a:r>
            <a:r>
              <a:rPr dirty="0" sz="2800" spc="-26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555">
                <a:solidFill>
                  <a:srgbClr val="4B4B4B"/>
                </a:solidFill>
                <a:latin typeface="Arial Black"/>
                <a:cs typeface="Arial Black"/>
              </a:rPr>
              <a:t>with</a:t>
            </a:r>
            <a:r>
              <a:rPr dirty="0" sz="2800" spc="-27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490">
                <a:solidFill>
                  <a:srgbClr val="4D4D4D"/>
                </a:solidFill>
                <a:latin typeface="Arial Black"/>
                <a:cs typeface="Arial Black"/>
              </a:rPr>
              <a:t>their</a:t>
            </a:r>
            <a:r>
              <a:rPr dirty="0" sz="2800" spc="-9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80">
                <a:solidFill>
                  <a:srgbClr val="4D4D4D"/>
                </a:solidFill>
                <a:latin typeface="Arial Black"/>
                <a:cs typeface="Arial Black"/>
              </a:rPr>
              <a:t>alma</a:t>
            </a:r>
            <a:r>
              <a:rPr dirty="0" sz="2800" spc="-204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35">
                <a:solidFill>
                  <a:srgbClr val="494949"/>
                </a:solidFill>
                <a:latin typeface="Arial Black"/>
                <a:cs typeface="Arial Black"/>
              </a:rPr>
              <a:t>mater</a:t>
            </a:r>
            <a:r>
              <a:rPr dirty="0" sz="2800" spc="-4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630">
                <a:solidFill>
                  <a:srgbClr val="4F4F4F"/>
                </a:solidFill>
                <a:latin typeface="Arial Black"/>
                <a:cs typeface="Arial Black"/>
              </a:rPr>
              <a:t>and </a:t>
            </a:r>
            <a:r>
              <a:rPr dirty="0" sz="2800" spc="-505">
                <a:solidFill>
                  <a:srgbClr val="4D4D4D"/>
                </a:solidFill>
                <a:latin typeface="Arial Black"/>
                <a:cs typeface="Arial Black"/>
              </a:rPr>
              <a:t>fellow</a:t>
            </a:r>
            <a:r>
              <a:rPr dirty="0" sz="2800" spc="-26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05">
                <a:solidFill>
                  <a:srgbClr val="484848"/>
                </a:solidFill>
                <a:latin typeface="Arial Black"/>
                <a:cs typeface="Arial Black"/>
              </a:rPr>
              <a:t>peers</a:t>
            </a:r>
            <a:r>
              <a:rPr dirty="0" sz="2800" spc="-13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490">
                <a:solidFill>
                  <a:srgbClr val="64707C"/>
                </a:solidFill>
                <a:latin typeface="Arial Black"/>
                <a:cs typeface="Arial Black"/>
              </a:rPr>
              <a:t>shortly</a:t>
            </a:r>
            <a:r>
              <a:rPr dirty="0" sz="2800" spc="-120">
                <a:solidFill>
                  <a:srgbClr val="64707C"/>
                </a:solidFill>
                <a:latin typeface="Arial Black"/>
                <a:cs typeface="Arial Black"/>
              </a:rPr>
              <a:t> </a:t>
            </a:r>
            <a:r>
              <a:rPr dirty="0" sz="2800" spc="-484">
                <a:solidFill>
                  <a:srgbClr val="525252"/>
                </a:solidFill>
                <a:latin typeface="Arial Black"/>
                <a:cs typeface="Arial Black"/>
              </a:rPr>
              <a:t>after</a:t>
            </a:r>
            <a:r>
              <a:rPr dirty="0" sz="2800" spc="-170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800" spc="-525">
                <a:solidFill>
                  <a:srgbClr val="424242"/>
                </a:solidFill>
                <a:latin typeface="Arial Black"/>
                <a:cs typeface="Arial Black"/>
              </a:rPr>
              <a:t>graduation,</a:t>
            </a:r>
            <a:r>
              <a:rPr dirty="0" sz="2800" spc="-9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50">
                <a:solidFill>
                  <a:srgbClr val="41566E"/>
                </a:solidFill>
                <a:latin typeface="Arial Black"/>
                <a:cs typeface="Arial Black"/>
              </a:rPr>
              <a:t>leading</a:t>
            </a:r>
            <a:r>
              <a:rPr dirty="0" sz="2800" spc="-250">
                <a:solidFill>
                  <a:srgbClr val="41566E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4B4B4B"/>
                </a:solidFill>
                <a:latin typeface="Arial Black"/>
                <a:cs typeface="Arial Black"/>
              </a:rPr>
              <a:t>to</a:t>
            </a:r>
            <a:r>
              <a:rPr dirty="0" sz="2800" spc="-34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819">
                <a:solidFill>
                  <a:srgbClr val="445667"/>
                </a:solidFill>
                <a:latin typeface="Arial Black"/>
                <a:cs typeface="Arial Black"/>
              </a:rPr>
              <a:t>a</a:t>
            </a:r>
            <a:r>
              <a:rPr dirty="0" sz="2800" spc="-275">
                <a:solidFill>
                  <a:srgbClr val="445667"/>
                </a:solidFill>
                <a:latin typeface="Arial Black"/>
                <a:cs typeface="Arial Black"/>
              </a:rPr>
              <a:t> </a:t>
            </a:r>
            <a:r>
              <a:rPr dirty="0" sz="2800" spc="-580">
                <a:solidFill>
                  <a:srgbClr val="464646"/>
                </a:solidFill>
                <a:latin typeface="Arial Black"/>
                <a:cs typeface="Arial Black"/>
              </a:rPr>
              <a:t>loss</a:t>
            </a:r>
            <a:r>
              <a:rPr dirty="0" sz="2800" spc="-22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475">
                <a:solidFill>
                  <a:srgbClr val="444444"/>
                </a:solidFill>
                <a:latin typeface="Arial Black"/>
                <a:cs typeface="Arial Black"/>
              </a:rPr>
              <a:t>of </a:t>
            </a:r>
            <a:r>
              <a:rPr dirty="0" sz="2800" spc="-540">
                <a:solidFill>
                  <a:srgbClr val="484848"/>
                </a:solidFill>
                <a:latin typeface="Arial Black"/>
                <a:cs typeface="Arial Black"/>
              </a:rPr>
              <a:t>valuable</a:t>
            </a:r>
            <a:r>
              <a:rPr dirty="0" sz="2800" spc="-240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484848"/>
                </a:solidFill>
                <a:latin typeface="Arial Black"/>
                <a:cs typeface="Arial Black"/>
              </a:rPr>
              <a:t>professional</a:t>
            </a:r>
            <a:r>
              <a:rPr dirty="0" sz="2800" spc="6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84848"/>
                </a:solidFill>
                <a:latin typeface="Arial Black"/>
                <a:cs typeface="Arial Black"/>
              </a:rPr>
              <a:t>networks.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772" y="6981851"/>
            <a:ext cx="7793990" cy="2315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585">
                <a:solidFill>
                  <a:srgbClr val="082864"/>
                </a:solidFill>
                <a:latin typeface="Arial Black"/>
                <a:cs typeface="Arial Black"/>
              </a:rPr>
              <a:t>Request</a:t>
            </a:r>
            <a:r>
              <a:rPr dirty="0" sz="3600" spc="-240">
                <a:solidFill>
                  <a:srgbClr val="082864"/>
                </a:solidFill>
                <a:latin typeface="Arial Black"/>
                <a:cs typeface="Arial Black"/>
              </a:rPr>
              <a:t> </a:t>
            </a:r>
            <a:r>
              <a:rPr dirty="0" sz="3600" spc="-525">
                <a:solidFill>
                  <a:srgbClr val="082D5E"/>
                </a:solidFill>
                <a:latin typeface="Arial Black"/>
                <a:cs typeface="Arial Black"/>
              </a:rPr>
              <a:t>Delays</a:t>
            </a:r>
            <a:endParaRPr sz="3600">
              <a:latin typeface="Arial Black"/>
              <a:cs typeface="Arial Black"/>
            </a:endParaRPr>
          </a:p>
          <a:p>
            <a:pPr marL="18415" marR="5080" indent="-3175">
              <a:lnSpc>
                <a:spcPct val="110400"/>
              </a:lnSpc>
              <a:spcBef>
                <a:spcPts val="2560"/>
              </a:spcBef>
            </a:pPr>
            <a:r>
              <a:rPr dirty="0" sz="2800" spc="-515">
                <a:solidFill>
                  <a:srgbClr val="444444"/>
                </a:solidFill>
                <a:latin typeface="Arial Black"/>
                <a:cs typeface="Arial Black"/>
              </a:rPr>
              <a:t>Traditional</a:t>
            </a:r>
            <a:r>
              <a:rPr dirty="0" sz="2800" spc="3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650">
                <a:solidFill>
                  <a:srgbClr val="464646"/>
                </a:solidFill>
                <a:latin typeface="Arial Black"/>
                <a:cs typeface="Arial Black"/>
              </a:rPr>
              <a:t>methods</a:t>
            </a:r>
            <a:r>
              <a:rPr dirty="0" sz="2800" spc="-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395">
                <a:solidFill>
                  <a:srgbClr val="444444"/>
                </a:solidFill>
                <a:latin typeface="Arial Black"/>
                <a:cs typeface="Arial Black"/>
              </a:rPr>
              <a:t>for</a:t>
            </a:r>
            <a:r>
              <a:rPr dirty="0" sz="2800" spc="-19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545">
                <a:solidFill>
                  <a:srgbClr val="424242"/>
                </a:solidFill>
                <a:latin typeface="Arial Black"/>
                <a:cs typeface="Arial Black"/>
              </a:rPr>
              <a:t>requesting</a:t>
            </a:r>
            <a:r>
              <a:rPr dirty="0" sz="2800" spc="-16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465">
                <a:solidFill>
                  <a:srgbClr val="4B4B4B"/>
                </a:solidFill>
                <a:latin typeface="Arial Black"/>
                <a:cs typeface="Arial Black"/>
              </a:rPr>
              <a:t>official</a:t>
            </a:r>
            <a:r>
              <a:rPr dirty="0" sz="2800" spc="-21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645">
                <a:solidFill>
                  <a:srgbClr val="444444"/>
                </a:solidFill>
                <a:latin typeface="Arial Black"/>
                <a:cs typeface="Arial Black"/>
              </a:rPr>
              <a:t>documents</a:t>
            </a:r>
            <a:r>
              <a:rPr dirty="0" sz="2800" spc="7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630">
                <a:solidFill>
                  <a:srgbClr val="5B6B72"/>
                </a:solidFill>
                <a:latin typeface="Arial Black"/>
                <a:cs typeface="Arial Black"/>
              </a:rPr>
              <a:t>and </a:t>
            </a:r>
            <a:r>
              <a:rPr dirty="0" sz="2800" spc="-555">
                <a:solidFill>
                  <a:srgbClr val="494949"/>
                </a:solidFill>
                <a:latin typeface="Arial Black"/>
                <a:cs typeface="Arial Black"/>
              </a:rPr>
              <a:t>certificates</a:t>
            </a:r>
            <a:r>
              <a:rPr dirty="0" sz="2800" spc="1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35">
                <a:solidFill>
                  <a:srgbClr val="494949"/>
                </a:solidFill>
                <a:latin typeface="Arial Black"/>
                <a:cs typeface="Arial Black"/>
              </a:rPr>
              <a:t>are</a:t>
            </a:r>
            <a:r>
              <a:rPr dirty="0" sz="2800" spc="-30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600">
                <a:solidFill>
                  <a:srgbClr val="505050"/>
                </a:solidFill>
                <a:latin typeface="Arial Black"/>
                <a:cs typeface="Arial Black"/>
              </a:rPr>
              <a:t>slow,</a:t>
            </a:r>
            <a:r>
              <a:rPr dirty="0" sz="2800" spc="-33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800" spc="-525">
                <a:solidFill>
                  <a:srgbClr val="3F3F3F"/>
                </a:solidFill>
                <a:latin typeface="Arial Black"/>
                <a:cs typeface="Arial Black"/>
              </a:rPr>
              <a:t>tedious,</a:t>
            </a:r>
            <a:r>
              <a:rPr dirty="0" sz="2800" spc="-19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800" spc="-600">
                <a:solidFill>
                  <a:srgbClr val="4B5966"/>
                </a:solidFill>
                <a:latin typeface="Arial Black"/>
                <a:cs typeface="Arial Black"/>
              </a:rPr>
              <a:t>and</a:t>
            </a:r>
            <a:r>
              <a:rPr dirty="0" sz="2800" spc="-280">
                <a:solidFill>
                  <a:srgbClr val="4B5966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4B4B4B"/>
                </a:solidFill>
                <a:latin typeface="Arial Black"/>
                <a:cs typeface="Arial Black"/>
              </a:rPr>
              <a:t>require</a:t>
            </a:r>
            <a:r>
              <a:rPr dirty="0" sz="2800" spc="-22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F4F4F"/>
                </a:solidFill>
                <a:latin typeface="Arial Black"/>
                <a:cs typeface="Arial Black"/>
              </a:rPr>
              <a:t>physical</a:t>
            </a:r>
            <a:r>
              <a:rPr dirty="0" sz="2800" spc="70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800" spc="-625">
                <a:solidFill>
                  <a:srgbClr val="444444"/>
                </a:solidFill>
                <a:latin typeface="Arial Black"/>
                <a:cs typeface="Arial Black"/>
              </a:rPr>
              <a:t>presence</a:t>
            </a:r>
            <a:r>
              <a:rPr dirty="0" sz="2800" spc="-13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545">
                <a:solidFill>
                  <a:srgbClr val="4D4D4D"/>
                </a:solidFill>
                <a:latin typeface="Arial Black"/>
                <a:cs typeface="Arial Black"/>
              </a:rPr>
              <a:t>on</a:t>
            </a:r>
            <a:r>
              <a:rPr dirty="0" sz="2800" spc="-35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55">
                <a:solidFill>
                  <a:srgbClr val="444444"/>
                </a:solidFill>
                <a:latin typeface="Arial Black"/>
                <a:cs typeface="Arial Black"/>
              </a:rPr>
              <a:t>campus.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29040" y="3133801"/>
            <a:ext cx="7411084" cy="2315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490">
                <a:solidFill>
                  <a:srgbClr val="072A64"/>
                </a:solidFill>
                <a:latin typeface="Arial Black"/>
                <a:cs typeface="Arial Black"/>
              </a:rPr>
              <a:t>Data</a:t>
            </a:r>
            <a:r>
              <a:rPr dirty="0" sz="3600" spc="-300">
                <a:solidFill>
                  <a:srgbClr val="072A64"/>
                </a:solidFill>
                <a:latin typeface="Arial Black"/>
                <a:cs typeface="Arial Black"/>
              </a:rPr>
              <a:t> </a:t>
            </a:r>
            <a:r>
              <a:rPr dirty="0" sz="3600" spc="-484">
                <a:solidFill>
                  <a:srgbClr val="072867"/>
                </a:solidFill>
                <a:latin typeface="Arial Black"/>
                <a:cs typeface="Arial Black"/>
              </a:rPr>
              <a:t>Fragmentation</a:t>
            </a:r>
            <a:endParaRPr sz="3600">
              <a:latin typeface="Arial Black"/>
              <a:cs typeface="Arial Black"/>
            </a:endParaRPr>
          </a:p>
          <a:p>
            <a:pPr marL="19050" marR="5080" indent="4445">
              <a:lnSpc>
                <a:spcPct val="110400"/>
              </a:lnSpc>
              <a:spcBef>
                <a:spcPts val="2560"/>
              </a:spcBef>
            </a:pPr>
            <a:r>
              <a:rPr dirty="0" sz="2800" spc="-530">
                <a:solidFill>
                  <a:srgbClr val="464646"/>
                </a:solidFill>
                <a:latin typeface="Arial Black"/>
                <a:cs typeface="Arial Black"/>
              </a:rPr>
              <a:t>Alumni</a:t>
            </a:r>
            <a:r>
              <a:rPr dirty="0" sz="2800" spc="-25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70">
                <a:solidFill>
                  <a:srgbClr val="4B4B4B"/>
                </a:solidFill>
                <a:latin typeface="Arial Black"/>
                <a:cs typeface="Arial Black"/>
              </a:rPr>
              <a:t>records</a:t>
            </a:r>
            <a:r>
              <a:rPr dirty="0" sz="2800" spc="-4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35">
                <a:solidFill>
                  <a:srgbClr val="494949"/>
                </a:solidFill>
                <a:latin typeface="Arial Black"/>
                <a:cs typeface="Arial Black"/>
              </a:rPr>
              <a:t>are</a:t>
            </a:r>
            <a:r>
              <a:rPr dirty="0" sz="2800" spc="-409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480">
                <a:solidFill>
                  <a:srgbClr val="4D4D4D"/>
                </a:solidFill>
                <a:latin typeface="Arial Black"/>
                <a:cs typeface="Arial Black"/>
              </a:rPr>
              <a:t>often</a:t>
            </a:r>
            <a:r>
              <a:rPr dirty="0" sz="2800" spc="-24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580">
                <a:solidFill>
                  <a:srgbClr val="424242"/>
                </a:solidFill>
                <a:latin typeface="Arial Black"/>
                <a:cs typeface="Arial Black"/>
              </a:rPr>
              <a:t>scattered</a:t>
            </a:r>
            <a:r>
              <a:rPr dirty="0" sz="2800" spc="-9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620">
                <a:solidFill>
                  <a:srgbClr val="464646"/>
                </a:solidFill>
                <a:latin typeface="Arial Black"/>
                <a:cs typeface="Arial Black"/>
              </a:rPr>
              <a:t>across</a:t>
            </a:r>
            <a:r>
              <a:rPr dirty="0" sz="2800" spc="-16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645">
                <a:solidFill>
                  <a:srgbClr val="444444"/>
                </a:solidFill>
                <a:latin typeface="Arial Black"/>
                <a:cs typeface="Arial Black"/>
              </a:rPr>
              <a:t>manual </a:t>
            </a:r>
            <a:r>
              <a:rPr dirty="0" sz="2800" spc="-660">
                <a:solidFill>
                  <a:srgbClr val="484848"/>
                </a:solidFill>
                <a:latin typeface="Arial Black"/>
                <a:cs typeface="Arial Black"/>
              </a:rPr>
              <a:t>systems</a:t>
            </a:r>
            <a:r>
              <a:rPr dirty="0" sz="2800" spc="-114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526B6B"/>
                </a:solidFill>
                <a:latin typeface="Arial Black"/>
                <a:cs typeface="Arial Black"/>
              </a:rPr>
              <a:t>or</a:t>
            </a:r>
            <a:r>
              <a:rPr dirty="0" sz="2800" spc="-250">
                <a:solidFill>
                  <a:srgbClr val="526B6B"/>
                </a:solidFill>
                <a:latin typeface="Arial Black"/>
                <a:cs typeface="Arial Black"/>
              </a:rPr>
              <a:t> </a:t>
            </a:r>
            <a:r>
              <a:rPr dirty="0" sz="2800" spc="-610">
                <a:solidFill>
                  <a:srgbClr val="424242"/>
                </a:solidFill>
                <a:latin typeface="Arial Black"/>
                <a:cs typeface="Arial Black"/>
              </a:rPr>
              <a:t>disconnected</a:t>
            </a:r>
            <a:r>
              <a:rPr dirty="0" sz="2800" spc="11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D4D4D"/>
                </a:solidFill>
                <a:latin typeface="Arial Black"/>
                <a:cs typeface="Arial Black"/>
              </a:rPr>
              <a:t>social</a:t>
            </a:r>
            <a:r>
              <a:rPr dirty="0" sz="2800" spc="-10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60">
                <a:solidFill>
                  <a:srgbClr val="465469"/>
                </a:solidFill>
                <a:latin typeface="Arial Black"/>
                <a:cs typeface="Arial Black"/>
              </a:rPr>
              <a:t>media</a:t>
            </a:r>
            <a:r>
              <a:rPr dirty="0" sz="2800" spc="-185">
                <a:solidFill>
                  <a:srgbClr val="465469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4D4D4D"/>
                </a:solidFill>
                <a:latin typeface="Arial Black"/>
                <a:cs typeface="Arial Black"/>
              </a:rPr>
              <a:t>groups,</a:t>
            </a:r>
            <a:r>
              <a:rPr dirty="0" sz="2800" spc="-27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40">
                <a:solidFill>
                  <a:srgbClr val="525252"/>
                </a:solidFill>
                <a:latin typeface="Arial Black"/>
                <a:cs typeface="Arial Black"/>
              </a:rPr>
              <a:t>making</a:t>
            </a:r>
            <a:r>
              <a:rPr dirty="0" sz="2800" spc="-250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800" spc="-415">
                <a:solidFill>
                  <a:srgbClr val="464646"/>
                </a:solidFill>
                <a:latin typeface="Arial Black"/>
                <a:cs typeface="Arial Black"/>
              </a:rPr>
              <a:t>it </a:t>
            </a:r>
            <a:r>
              <a:rPr dirty="0" sz="2800" spc="-440">
                <a:solidFill>
                  <a:srgbClr val="3F3F3F"/>
                </a:solidFill>
                <a:latin typeface="Arial Black"/>
                <a:cs typeface="Arial Black"/>
              </a:rPr>
              <a:t>difficult</a:t>
            </a:r>
            <a:r>
              <a:rPr dirty="0" sz="2800" spc="-26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800" spc="-395">
                <a:solidFill>
                  <a:srgbClr val="505050"/>
                </a:solidFill>
                <a:latin typeface="Arial Black"/>
                <a:cs typeface="Arial Black"/>
              </a:rPr>
              <a:t>for</a:t>
            </a:r>
            <a:r>
              <a:rPr dirty="0" sz="2800" spc="-220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505050"/>
                </a:solidFill>
                <a:latin typeface="Arial Black"/>
                <a:cs typeface="Arial Black"/>
              </a:rPr>
              <a:t>the</a:t>
            </a:r>
            <a:r>
              <a:rPr dirty="0" sz="2800" spc="-41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800" spc="-490">
                <a:solidFill>
                  <a:srgbClr val="414141"/>
                </a:solidFill>
                <a:latin typeface="Arial Black"/>
                <a:cs typeface="Arial Black"/>
              </a:rPr>
              <a:t>university</a:t>
            </a:r>
            <a:r>
              <a:rPr dirty="0" sz="2800" spc="-14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505050"/>
                </a:solidFill>
                <a:latin typeface="Arial Black"/>
                <a:cs typeface="Arial Black"/>
              </a:rPr>
              <a:t>to</a:t>
            </a:r>
            <a:r>
              <a:rPr dirty="0" sz="2800" spc="-370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B4B4B"/>
                </a:solidFill>
                <a:latin typeface="Arial Black"/>
                <a:cs typeface="Arial Black"/>
              </a:rPr>
              <a:t>track</a:t>
            </a:r>
            <a:r>
              <a:rPr dirty="0" sz="2800" spc="-15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670">
                <a:solidFill>
                  <a:srgbClr val="484848"/>
                </a:solidFill>
                <a:latin typeface="Arial Black"/>
                <a:cs typeface="Arial Black"/>
              </a:rPr>
              <a:t>success.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32393" y="6981851"/>
            <a:ext cx="7720965" cy="2315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b="1">
                <a:solidFill>
                  <a:srgbClr val="0A2A59"/>
                </a:solidFill>
                <a:latin typeface="Calibri"/>
                <a:cs typeface="Calibri"/>
              </a:rPr>
              <a:t>Missed</a:t>
            </a:r>
            <a:r>
              <a:rPr dirty="0" sz="3600" spc="-140" b="1">
                <a:solidFill>
                  <a:srgbClr val="0A2A59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112A5B"/>
                </a:solidFill>
                <a:latin typeface="Calibri"/>
                <a:cs typeface="Calibri"/>
              </a:rPr>
              <a:t>Opportunities</a:t>
            </a:r>
            <a:endParaRPr sz="3600">
              <a:latin typeface="Calibri"/>
              <a:cs typeface="Calibri"/>
            </a:endParaRPr>
          </a:p>
          <a:p>
            <a:pPr marL="17780" marR="5080" indent="-635">
              <a:lnSpc>
                <a:spcPct val="110400"/>
              </a:lnSpc>
              <a:spcBef>
                <a:spcPts val="2560"/>
              </a:spcBef>
            </a:pPr>
            <a:r>
              <a:rPr dirty="0" sz="2800" spc="-585">
                <a:solidFill>
                  <a:srgbClr val="444444"/>
                </a:solidFill>
                <a:latin typeface="Arial Black"/>
                <a:cs typeface="Arial Black"/>
              </a:rPr>
              <a:t>Fresh</a:t>
            </a:r>
            <a:r>
              <a:rPr dirty="0" sz="2800" spc="-22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24242"/>
                </a:solidFill>
                <a:latin typeface="Arial Black"/>
                <a:cs typeface="Arial Black"/>
              </a:rPr>
              <a:t>graduates</a:t>
            </a:r>
            <a:r>
              <a:rPr dirty="0" sz="2800" spc="-4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40">
                <a:solidFill>
                  <a:srgbClr val="464646"/>
                </a:solidFill>
                <a:latin typeface="Arial Black"/>
                <a:cs typeface="Arial Black"/>
              </a:rPr>
              <a:t>struggle</a:t>
            </a:r>
            <a:r>
              <a:rPr dirty="0" sz="2800" spc="-1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525252"/>
                </a:solidFill>
                <a:latin typeface="Arial Black"/>
                <a:cs typeface="Arial Black"/>
              </a:rPr>
              <a:t>to</a:t>
            </a:r>
            <a:r>
              <a:rPr dirty="0" sz="2800" spc="-385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800" spc="-465">
                <a:solidFill>
                  <a:srgbClr val="424242"/>
                </a:solidFill>
                <a:latin typeface="Arial Black"/>
                <a:cs typeface="Arial Black"/>
              </a:rPr>
              <a:t>find</a:t>
            </a:r>
            <a:r>
              <a:rPr dirty="0" sz="2800" spc="-33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35">
                <a:solidFill>
                  <a:srgbClr val="444444"/>
                </a:solidFill>
                <a:latin typeface="Arial Black"/>
                <a:cs typeface="Arial Black"/>
              </a:rPr>
              <a:t>credible</a:t>
            </a:r>
            <a:r>
              <a:rPr dirty="0" sz="2800" spc="-20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94949"/>
                </a:solidFill>
                <a:latin typeface="Arial Black"/>
                <a:cs typeface="Arial Black"/>
              </a:rPr>
              <a:t>career</a:t>
            </a:r>
            <a:r>
              <a:rPr dirty="0" sz="2800" spc="-17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630">
                <a:solidFill>
                  <a:srgbClr val="444444"/>
                </a:solidFill>
                <a:latin typeface="Arial Black"/>
                <a:cs typeface="Arial Black"/>
              </a:rPr>
              <a:t>guidance </a:t>
            </a:r>
            <a:r>
              <a:rPr dirty="0" sz="2800" spc="-600">
                <a:solidFill>
                  <a:srgbClr val="494949"/>
                </a:solidFill>
                <a:latin typeface="Arial Black"/>
                <a:cs typeface="Arial Black"/>
              </a:rPr>
              <a:t>and</a:t>
            </a:r>
            <a:r>
              <a:rPr dirty="0" sz="2800" spc="-27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4D4D4D"/>
                </a:solidFill>
                <a:latin typeface="Arial Black"/>
                <a:cs typeface="Arial Black"/>
              </a:rPr>
              <a:t>professional</a:t>
            </a:r>
            <a:r>
              <a:rPr dirty="0" sz="2800" spc="114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505">
                <a:solidFill>
                  <a:srgbClr val="4B4B4B"/>
                </a:solidFill>
                <a:latin typeface="Arial Black"/>
                <a:cs typeface="Arial Black"/>
              </a:rPr>
              <a:t>job</a:t>
            </a:r>
            <a:r>
              <a:rPr dirty="0" sz="2800" spc="-409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75">
                <a:solidFill>
                  <a:srgbClr val="4F4F4F"/>
                </a:solidFill>
                <a:latin typeface="Arial Black"/>
                <a:cs typeface="Arial Black"/>
              </a:rPr>
              <a:t>openings</a:t>
            </a:r>
            <a:r>
              <a:rPr dirty="0" sz="2800" spc="-6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800" spc="-550">
                <a:solidFill>
                  <a:srgbClr val="4D4D4D"/>
                </a:solidFill>
                <a:latin typeface="Arial Black"/>
                <a:cs typeface="Arial Black"/>
              </a:rPr>
              <a:t>specifically</a:t>
            </a:r>
            <a:r>
              <a:rPr dirty="0" sz="2800" spc="-6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495">
                <a:solidFill>
                  <a:srgbClr val="494949"/>
                </a:solidFill>
                <a:latin typeface="Arial Black"/>
                <a:cs typeface="Arial Black"/>
              </a:rPr>
              <a:t>tailored</a:t>
            </a:r>
            <a:r>
              <a:rPr dirty="0" sz="2800" spc="-14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525252"/>
                </a:solidFill>
                <a:latin typeface="Arial Black"/>
                <a:cs typeface="Arial Black"/>
              </a:rPr>
              <a:t>to</a:t>
            </a:r>
            <a:r>
              <a:rPr dirty="0" sz="2800" spc="-370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800" spc="-505">
                <a:solidFill>
                  <a:srgbClr val="4D4D4D"/>
                </a:solidFill>
                <a:latin typeface="Arial Black"/>
                <a:cs typeface="Arial Black"/>
              </a:rPr>
              <a:t>their </a:t>
            </a:r>
            <a:r>
              <a:rPr dirty="0" sz="2800" spc="-500">
                <a:solidFill>
                  <a:srgbClr val="464646"/>
                </a:solidFill>
                <a:latin typeface="Arial Black"/>
                <a:cs typeface="Arial Black"/>
              </a:rPr>
              <a:t>faculty's</a:t>
            </a:r>
            <a:r>
              <a:rPr dirty="0" sz="2800" spc="-12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65">
                <a:solidFill>
                  <a:srgbClr val="444444"/>
                </a:solidFill>
                <a:latin typeface="Arial Black"/>
                <a:cs typeface="Arial Black"/>
              </a:rPr>
              <a:t>expertise.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232" y="8685599"/>
            <a:ext cx="5748516" cy="2513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21056" y="8724865"/>
            <a:ext cx="5709250" cy="2120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2566" y="4334946"/>
            <a:ext cx="895260" cy="6910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90804" y="4334946"/>
            <a:ext cx="738197" cy="69107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14984">
              <a:lnSpc>
                <a:spcPct val="100000"/>
              </a:lnSpc>
              <a:spcBef>
                <a:spcPts val="95"/>
              </a:spcBef>
            </a:pPr>
            <a:r>
              <a:rPr dirty="0" sz="5800" spc="85" b="1">
                <a:solidFill>
                  <a:srgbClr val="0A2D56"/>
                </a:solidFill>
                <a:latin typeface="Calibri"/>
                <a:cs typeface="Calibri"/>
              </a:rPr>
              <a:t>Key</a:t>
            </a:r>
            <a:r>
              <a:rPr dirty="0" sz="5800" spc="-305" b="1">
                <a:solidFill>
                  <a:srgbClr val="0A2D56"/>
                </a:solidFill>
                <a:latin typeface="Calibri"/>
                <a:cs typeface="Calibri"/>
              </a:rPr>
              <a:t> </a:t>
            </a:r>
            <a:r>
              <a:rPr dirty="0" sz="5800" spc="-10" b="1">
                <a:solidFill>
                  <a:srgbClr val="112A56"/>
                </a:solidFill>
                <a:latin typeface="Calibri"/>
                <a:cs typeface="Calibri"/>
              </a:rPr>
              <a:t>Objectives</a:t>
            </a:r>
            <a:endParaRPr sz="5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5192" y="5258736"/>
            <a:ext cx="5070475" cy="1775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105"/>
              </a:spcBef>
            </a:pPr>
            <a:r>
              <a:rPr dirty="0" sz="2700" spc="-360">
                <a:solidFill>
                  <a:srgbClr val="01285E"/>
                </a:solidFill>
                <a:latin typeface="Arial Black"/>
                <a:cs typeface="Arial Black"/>
              </a:rPr>
              <a:t>Networking</a:t>
            </a:r>
            <a:endParaRPr sz="2700">
              <a:latin typeface="Arial Black"/>
              <a:cs typeface="Arial Black"/>
            </a:endParaRPr>
          </a:p>
          <a:p>
            <a:pPr algn="ctr" marL="12700" marR="5080" indent="17780">
              <a:lnSpc>
                <a:spcPct val="105400"/>
              </a:lnSpc>
              <a:spcBef>
                <a:spcPts val="2185"/>
              </a:spcBef>
            </a:pPr>
            <a:r>
              <a:rPr dirty="0" sz="2200" spc="-430">
                <a:solidFill>
                  <a:srgbClr val="4D4D4D"/>
                </a:solidFill>
                <a:latin typeface="Arial Black"/>
                <a:cs typeface="Arial Black"/>
              </a:rPr>
              <a:t>Foster</a:t>
            </a:r>
            <a:r>
              <a:rPr dirty="0" sz="2200" spc="-15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200" spc="-545">
                <a:solidFill>
                  <a:srgbClr val="7C90A1"/>
                </a:solidFill>
                <a:latin typeface="Arial Black"/>
                <a:cs typeface="Arial Black"/>
              </a:rPr>
              <a:t>a</a:t>
            </a:r>
            <a:r>
              <a:rPr dirty="0" sz="2200" spc="-275">
                <a:solidFill>
                  <a:srgbClr val="7C90A1"/>
                </a:solidFill>
                <a:latin typeface="Arial Black"/>
                <a:cs typeface="Arial Black"/>
              </a:rPr>
              <a:t> </a:t>
            </a:r>
            <a:r>
              <a:rPr dirty="0" sz="2200" spc="-375">
                <a:solidFill>
                  <a:srgbClr val="494949"/>
                </a:solidFill>
                <a:latin typeface="Arial Black"/>
                <a:cs typeface="Arial Black"/>
              </a:rPr>
              <a:t>strong,</a:t>
            </a:r>
            <a:r>
              <a:rPr dirty="0" sz="2200" spc="-30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200" spc="-370">
                <a:solidFill>
                  <a:srgbClr val="444444"/>
                </a:solidFill>
                <a:latin typeface="Arial Black"/>
                <a:cs typeface="Arial Black"/>
              </a:rPr>
              <a:t>verified</a:t>
            </a:r>
            <a:r>
              <a:rPr dirty="0" sz="2200" spc="-13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420">
                <a:solidFill>
                  <a:srgbClr val="414141"/>
                </a:solidFill>
                <a:latin typeface="Arial Black"/>
                <a:cs typeface="Arial Black"/>
              </a:rPr>
              <a:t>graduate</a:t>
            </a:r>
            <a:r>
              <a:rPr dirty="0" sz="2200" spc="-17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459">
                <a:solidFill>
                  <a:srgbClr val="444444"/>
                </a:solidFill>
                <a:latin typeface="Arial Black"/>
                <a:cs typeface="Arial Black"/>
              </a:rPr>
              <a:t>community</a:t>
            </a:r>
            <a:r>
              <a:rPr dirty="0" sz="2200" spc="-32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325">
                <a:solidFill>
                  <a:srgbClr val="484848"/>
                </a:solidFill>
                <a:latin typeface="Arial Black"/>
                <a:cs typeface="Arial Black"/>
              </a:rPr>
              <a:t>for</a:t>
            </a:r>
            <a:r>
              <a:rPr dirty="0" sz="2200" spc="-24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200" spc="-405">
                <a:solidFill>
                  <a:srgbClr val="424242"/>
                </a:solidFill>
                <a:latin typeface="Arial Black"/>
                <a:cs typeface="Arial Black"/>
              </a:rPr>
              <a:t>continuous</a:t>
            </a:r>
            <a:r>
              <a:rPr dirty="0" sz="2200" spc="-10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70">
                <a:solidFill>
                  <a:srgbClr val="414141"/>
                </a:solidFill>
                <a:latin typeface="Arial Black"/>
                <a:cs typeface="Arial Black"/>
              </a:rPr>
              <a:t>knowledge</a:t>
            </a:r>
            <a:r>
              <a:rPr dirty="0" sz="2200" spc="-3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484848"/>
                </a:solidFill>
                <a:latin typeface="Arial Black"/>
                <a:cs typeface="Arial Black"/>
              </a:rPr>
              <a:t>sharing,</a:t>
            </a:r>
            <a:r>
              <a:rPr dirty="0" sz="2200" spc="-22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200" spc="-405">
                <a:solidFill>
                  <a:srgbClr val="464646"/>
                </a:solidFill>
                <a:latin typeface="Arial Black"/>
                <a:cs typeface="Arial Black"/>
              </a:rPr>
              <a:t>professional </a:t>
            </a:r>
            <a:r>
              <a:rPr dirty="0" sz="2200" spc="-350">
                <a:solidFill>
                  <a:srgbClr val="414141"/>
                </a:solidFill>
                <a:latin typeface="Arial Black"/>
                <a:cs typeface="Arial Black"/>
              </a:rPr>
              <a:t>collaboration,</a:t>
            </a:r>
            <a:r>
              <a:rPr dirty="0" sz="2200" spc="-350">
                <a:solidFill>
                  <a:srgbClr val="4D4D4D"/>
                </a:solidFill>
                <a:latin typeface="Arial Black"/>
                <a:cs typeface="Arial Black"/>
              </a:rPr>
              <a:t>and</a:t>
            </a:r>
            <a:r>
              <a:rPr dirty="0" sz="2200" spc="-24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3F3F3F"/>
                </a:solidFill>
                <a:latin typeface="Arial Black"/>
                <a:cs typeface="Arial Black"/>
              </a:rPr>
              <a:t>mentorship.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2944" y="5258736"/>
            <a:ext cx="4731385" cy="2828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105"/>
              </a:spcBef>
            </a:pPr>
            <a:r>
              <a:rPr dirty="0" sz="2700" spc="-285">
                <a:solidFill>
                  <a:srgbClr val="0C214F"/>
                </a:solidFill>
                <a:latin typeface="Arial Black"/>
                <a:cs typeface="Arial Black"/>
              </a:rPr>
              <a:t>Career</a:t>
            </a:r>
            <a:r>
              <a:rPr dirty="0" sz="2700" spc="-220">
                <a:solidFill>
                  <a:srgbClr val="0C214F"/>
                </a:solidFill>
                <a:latin typeface="Arial Black"/>
                <a:cs typeface="Arial Black"/>
              </a:rPr>
              <a:t> </a:t>
            </a:r>
            <a:r>
              <a:rPr dirty="0" sz="2700" spc="-10">
                <a:solidFill>
                  <a:srgbClr val="0F2D52"/>
                </a:solidFill>
                <a:latin typeface="Arial Black"/>
                <a:cs typeface="Arial Black"/>
              </a:rPr>
              <a:t>GroMh</a:t>
            </a:r>
            <a:endParaRPr sz="2700">
              <a:latin typeface="Arial Black"/>
              <a:cs typeface="Arial Black"/>
            </a:endParaRPr>
          </a:p>
          <a:p>
            <a:pPr algn="ctr" marL="12700" marR="5080" indent="-23495">
              <a:lnSpc>
                <a:spcPct val="104900"/>
              </a:lnSpc>
              <a:spcBef>
                <a:spcPts val="2200"/>
              </a:spcBef>
            </a:pPr>
            <a:r>
              <a:rPr dirty="0" sz="2200" spc="-400">
                <a:solidFill>
                  <a:srgbClr val="5B647E"/>
                </a:solidFill>
                <a:latin typeface="Arial Black"/>
                <a:cs typeface="Arial Black"/>
              </a:rPr>
              <a:t>An</a:t>
            </a:r>
            <a:r>
              <a:rPr dirty="0" sz="2200" spc="-310">
                <a:solidFill>
                  <a:srgbClr val="5B647E"/>
                </a:solidFill>
                <a:latin typeface="Arial Black"/>
                <a:cs typeface="Arial Black"/>
              </a:rPr>
              <a:t> </a:t>
            </a:r>
            <a:r>
              <a:rPr dirty="0" sz="2200" spc="-385">
                <a:solidFill>
                  <a:srgbClr val="414141"/>
                </a:solidFill>
                <a:latin typeface="Arial Black"/>
                <a:cs typeface="Arial Black"/>
              </a:rPr>
              <a:t>interactive</a:t>
            </a:r>
            <a:r>
              <a:rPr dirty="0" sz="2200" spc="-10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360">
                <a:solidFill>
                  <a:srgbClr val="383838"/>
                </a:solidFill>
                <a:latin typeface="Arial Black"/>
                <a:cs typeface="Arial Black"/>
              </a:rPr>
              <a:t>job</a:t>
            </a:r>
            <a:r>
              <a:rPr dirty="0" sz="2200" spc="-32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414141"/>
                </a:solidFill>
                <a:latin typeface="Arial Black"/>
                <a:cs typeface="Arial Black"/>
              </a:rPr>
              <a:t>board</a:t>
            </a:r>
            <a:r>
              <a:rPr dirty="0" sz="2200" spc="-20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365">
                <a:solidFill>
                  <a:srgbClr val="545454"/>
                </a:solidFill>
                <a:latin typeface="Arial Black"/>
                <a:cs typeface="Arial Black"/>
              </a:rPr>
              <a:t>linking</a:t>
            </a:r>
            <a:r>
              <a:rPr dirty="0" sz="2200" spc="-270">
                <a:solidFill>
                  <a:srgbClr val="545454"/>
                </a:solidFill>
                <a:latin typeface="Arial Black"/>
                <a:cs typeface="Arial Black"/>
              </a:rPr>
              <a:t> </a:t>
            </a:r>
            <a:r>
              <a:rPr dirty="0" sz="2200" spc="-434">
                <a:solidFill>
                  <a:srgbClr val="464646"/>
                </a:solidFill>
                <a:latin typeface="Arial Black"/>
                <a:cs typeface="Arial Black"/>
              </a:rPr>
              <a:t>graduates, </a:t>
            </a:r>
            <a:r>
              <a:rPr dirty="0" sz="2200" spc="-400">
                <a:solidFill>
                  <a:srgbClr val="464646"/>
                </a:solidFill>
                <a:latin typeface="Arial Black"/>
                <a:cs typeface="Arial Black"/>
              </a:rPr>
              <a:t>students,</a:t>
            </a:r>
            <a:r>
              <a:rPr dirty="0" sz="2200" spc="-17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424242"/>
                </a:solidFill>
                <a:latin typeface="Arial Black"/>
                <a:cs typeface="Arial Black"/>
              </a:rPr>
              <a:t>and</a:t>
            </a:r>
            <a:r>
              <a:rPr dirty="0" sz="2200" spc="-24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390">
                <a:solidFill>
                  <a:srgbClr val="3F3F3F"/>
                </a:solidFill>
                <a:latin typeface="Arial Black"/>
                <a:cs typeface="Arial Black"/>
              </a:rPr>
              <a:t>companies.Alumni</a:t>
            </a:r>
            <a:r>
              <a:rPr dirty="0" sz="2200" spc="-35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2200" spc="-22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09">
                <a:solidFill>
                  <a:srgbClr val="414141"/>
                </a:solidFill>
                <a:latin typeface="Arial Black"/>
                <a:cs typeface="Arial Black"/>
              </a:rPr>
              <a:t>the </a:t>
            </a:r>
            <a:r>
              <a:rPr dirty="0" sz="2200" spc="-375">
                <a:solidFill>
                  <a:srgbClr val="424242"/>
                </a:solidFill>
                <a:latin typeface="Arial Black"/>
                <a:cs typeface="Arial Black"/>
              </a:rPr>
              <a:t>university</a:t>
            </a:r>
            <a:r>
              <a:rPr dirty="0" sz="2200" spc="-8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530">
                <a:solidFill>
                  <a:srgbClr val="4B4B4B"/>
                </a:solidFill>
                <a:latin typeface="Arial Black"/>
                <a:cs typeface="Arial Black"/>
              </a:rPr>
              <a:t>can</a:t>
            </a:r>
            <a:r>
              <a:rPr dirty="0" sz="2200" spc="-22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385">
                <a:solidFill>
                  <a:srgbClr val="3D3D3D"/>
                </a:solidFill>
                <a:latin typeface="Arial Black"/>
                <a:cs typeface="Arial Black"/>
              </a:rPr>
              <a:t>directly</a:t>
            </a:r>
            <a:r>
              <a:rPr dirty="0" sz="2200" spc="-114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2200" spc="-390">
                <a:solidFill>
                  <a:srgbClr val="464646"/>
                </a:solidFill>
                <a:latin typeface="Arial Black"/>
                <a:cs typeface="Arial Black"/>
              </a:rPr>
              <a:t>publish</a:t>
            </a:r>
            <a:r>
              <a:rPr dirty="0" sz="2200" spc="-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545454"/>
                </a:solidFill>
                <a:latin typeface="Arial Black"/>
                <a:cs typeface="Arial Black"/>
              </a:rPr>
              <a:t>and</a:t>
            </a:r>
            <a:r>
              <a:rPr dirty="0" sz="2200" spc="-225">
                <a:solidFill>
                  <a:srgbClr val="545454"/>
                </a:solidFill>
                <a:latin typeface="Arial Black"/>
                <a:cs typeface="Arial Black"/>
              </a:rPr>
              <a:t> </a:t>
            </a:r>
            <a:r>
              <a:rPr dirty="0" sz="2200" spc="-434">
                <a:solidFill>
                  <a:srgbClr val="4D4D4D"/>
                </a:solidFill>
                <a:latin typeface="Arial Black"/>
                <a:cs typeface="Arial Black"/>
              </a:rPr>
              <a:t>share</a:t>
            </a:r>
            <a:r>
              <a:rPr dirty="0" sz="2200" spc="-22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200" spc="-385">
                <a:solidFill>
                  <a:srgbClr val="464646"/>
                </a:solidFill>
                <a:latin typeface="Arial Black"/>
                <a:cs typeface="Arial Black"/>
              </a:rPr>
              <a:t>job </a:t>
            </a:r>
            <a:r>
              <a:rPr dirty="0" sz="2200" spc="-355">
                <a:solidFill>
                  <a:srgbClr val="464646"/>
                </a:solidFill>
                <a:latin typeface="Arial Black"/>
                <a:cs typeface="Arial Black"/>
              </a:rPr>
              <a:t>offers,</a:t>
            </a:r>
            <a:r>
              <a:rPr dirty="0" sz="2200" spc="-33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370">
                <a:solidFill>
                  <a:srgbClr val="424242"/>
                </a:solidFill>
                <a:latin typeface="Arial Black"/>
                <a:cs typeface="Arial Black"/>
              </a:rPr>
              <a:t>internships,</a:t>
            </a:r>
            <a:r>
              <a:rPr dirty="0" sz="2200" spc="-20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4B4B4B"/>
                </a:solidFill>
                <a:latin typeface="Arial Black"/>
                <a:cs typeface="Arial Black"/>
              </a:rPr>
              <a:t>and</a:t>
            </a:r>
            <a:r>
              <a:rPr dirty="0" sz="2200" spc="-24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415">
                <a:solidFill>
                  <a:srgbClr val="464646"/>
                </a:solidFill>
                <a:latin typeface="Arial Black"/>
                <a:cs typeface="Arial Black"/>
              </a:rPr>
              <a:t>events,</a:t>
            </a:r>
            <a:r>
              <a:rPr dirty="0" sz="2200" spc="-23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350">
                <a:solidFill>
                  <a:srgbClr val="444444"/>
                </a:solidFill>
                <a:latin typeface="Arial Black"/>
                <a:cs typeface="Arial Black"/>
              </a:rPr>
              <a:t>building</a:t>
            </a:r>
            <a:r>
              <a:rPr dirty="0" sz="2200" spc="-254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500">
                <a:solidFill>
                  <a:srgbClr val="565656"/>
                </a:solidFill>
                <a:latin typeface="Arial Black"/>
                <a:cs typeface="Arial Black"/>
              </a:rPr>
              <a:t>an </a:t>
            </a:r>
            <a:r>
              <a:rPr dirty="0" sz="2200" spc="-405">
                <a:solidFill>
                  <a:srgbClr val="464646"/>
                </a:solidFill>
                <a:latin typeface="Arial Black"/>
                <a:cs typeface="Arial Black"/>
              </a:rPr>
              <a:t>integrated</a:t>
            </a:r>
            <a:r>
              <a:rPr dirty="0" sz="2200" spc="2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395">
                <a:solidFill>
                  <a:srgbClr val="464646"/>
                </a:solidFill>
                <a:latin typeface="Arial Black"/>
                <a:cs typeface="Arial Black"/>
              </a:rPr>
              <a:t>professional</a:t>
            </a:r>
            <a:r>
              <a:rPr dirty="0" sz="2200" spc="1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30">
                <a:solidFill>
                  <a:srgbClr val="4B4B4B"/>
                </a:solidFill>
                <a:latin typeface="Arial Black"/>
                <a:cs typeface="Arial Black"/>
              </a:rPr>
              <a:t>network</a:t>
            </a:r>
            <a:r>
              <a:rPr dirty="0" sz="2200" spc="-16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380">
                <a:solidFill>
                  <a:srgbClr val="3F3F3F"/>
                </a:solidFill>
                <a:latin typeface="Arial Black"/>
                <a:cs typeface="Arial Black"/>
              </a:rPr>
              <a:t>within</a:t>
            </a:r>
            <a:r>
              <a:rPr dirty="0" sz="2200" spc="-16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09">
                <a:solidFill>
                  <a:srgbClr val="4B4B4B"/>
                </a:solidFill>
                <a:latin typeface="Arial Black"/>
                <a:cs typeface="Arial Black"/>
              </a:rPr>
              <a:t>the </a:t>
            </a:r>
            <a:r>
              <a:rPr dirty="0" sz="2200" spc="-525">
                <a:solidFill>
                  <a:srgbClr val="4B4B4B"/>
                </a:solidFill>
                <a:latin typeface="Arial Black"/>
                <a:cs typeface="Arial Black"/>
              </a:rPr>
              <a:t>campus</a:t>
            </a:r>
            <a:r>
              <a:rPr dirty="0" sz="2200" spc="-15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459">
                <a:solidFill>
                  <a:srgbClr val="424242"/>
                </a:solidFill>
                <a:latin typeface="Arial Black"/>
                <a:cs typeface="Arial Black"/>
              </a:rPr>
              <a:t>community.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14356" y="5258736"/>
            <a:ext cx="5117465" cy="1775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700" spc="80" b="1">
                <a:solidFill>
                  <a:srgbClr val="112D5B"/>
                </a:solidFill>
                <a:latin typeface="Calibri"/>
                <a:cs typeface="Calibri"/>
              </a:rPr>
              <a:t>Digitization</a:t>
            </a:r>
            <a:endParaRPr sz="2700">
              <a:latin typeface="Calibri"/>
              <a:cs typeface="Calibri"/>
            </a:endParaRPr>
          </a:p>
          <a:p>
            <a:pPr algn="ctr" marL="12065" marR="5080">
              <a:lnSpc>
                <a:spcPct val="105400"/>
              </a:lnSpc>
              <a:spcBef>
                <a:spcPts val="2185"/>
              </a:spcBef>
            </a:pPr>
            <a:r>
              <a:rPr dirty="0" sz="2200" spc="-415">
                <a:solidFill>
                  <a:srgbClr val="424242"/>
                </a:solidFill>
                <a:latin typeface="Arial Black"/>
                <a:cs typeface="Arial Black"/>
              </a:rPr>
              <a:t>Automate</a:t>
            </a:r>
            <a:r>
              <a:rPr dirty="0" sz="2200" spc="-22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365">
                <a:solidFill>
                  <a:srgbClr val="444444"/>
                </a:solidFill>
                <a:latin typeface="Arial Black"/>
                <a:cs typeface="Arial Black"/>
              </a:rPr>
              <a:t>administrative</a:t>
            </a:r>
            <a:r>
              <a:rPr dirty="0" sz="2200" spc="-38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424242"/>
                </a:solidFill>
                <a:latin typeface="Arial Black"/>
                <a:cs typeface="Arial Black"/>
              </a:rPr>
              <a:t>tasks,</a:t>
            </a:r>
            <a:r>
              <a:rPr dirty="0" sz="2200" spc="-28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05">
                <a:solidFill>
                  <a:srgbClr val="4B4B4B"/>
                </a:solidFill>
                <a:latin typeface="Arial Black"/>
                <a:cs typeface="Arial Black"/>
              </a:rPr>
              <a:t>enabling</a:t>
            </a:r>
            <a:r>
              <a:rPr dirty="0" sz="2200" spc="-16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480">
                <a:solidFill>
                  <a:srgbClr val="3D3D3D"/>
                </a:solidFill>
                <a:latin typeface="Arial Black"/>
                <a:cs typeface="Arial Black"/>
              </a:rPr>
              <a:t>secure </a:t>
            </a:r>
            <a:r>
              <a:rPr dirty="0" sz="2200" spc="-360">
                <a:solidFill>
                  <a:srgbClr val="464646"/>
                </a:solidFill>
                <a:latin typeface="Arial Black"/>
                <a:cs typeface="Arial Black"/>
              </a:rPr>
              <a:t>online</a:t>
            </a:r>
            <a:r>
              <a:rPr dirty="0" sz="2200" spc="-28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70">
                <a:solidFill>
                  <a:srgbClr val="444444"/>
                </a:solidFill>
                <a:latin typeface="Arial Black"/>
                <a:cs typeface="Arial Black"/>
              </a:rPr>
              <a:t>document</a:t>
            </a:r>
            <a:r>
              <a:rPr dirty="0" sz="2200" spc="-2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415">
                <a:solidFill>
                  <a:srgbClr val="3F3F3F"/>
                </a:solidFill>
                <a:latin typeface="Arial Black"/>
                <a:cs typeface="Arial Black"/>
              </a:rPr>
              <a:t>requests,</a:t>
            </a:r>
            <a:r>
              <a:rPr dirty="0" sz="2200" spc="-16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424242"/>
                </a:solidFill>
                <a:latin typeface="Arial Black"/>
                <a:cs typeface="Arial Black"/>
              </a:rPr>
              <a:t>modern</a:t>
            </a:r>
            <a:r>
              <a:rPr dirty="0" sz="2200" spc="-14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444444"/>
                </a:solidFill>
                <a:latin typeface="Arial Black"/>
                <a:cs typeface="Arial Black"/>
              </a:rPr>
              <a:t>approval </a:t>
            </a:r>
            <a:r>
              <a:rPr dirty="0" sz="2200" spc="-375">
                <a:solidFill>
                  <a:srgbClr val="464646"/>
                </a:solidFill>
                <a:latin typeface="Arial Black"/>
                <a:cs typeface="Arial Black"/>
              </a:rPr>
              <a:t>flows,</a:t>
            </a:r>
            <a:r>
              <a:rPr dirty="0" sz="2200" spc="-30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2200" spc="-23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360">
                <a:solidFill>
                  <a:srgbClr val="414141"/>
                </a:solidFill>
                <a:latin typeface="Arial Black"/>
                <a:cs typeface="Arial Black"/>
              </a:rPr>
              <a:t>digital</a:t>
            </a:r>
            <a:r>
              <a:rPr dirty="0" sz="2200" spc="-16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395">
                <a:solidFill>
                  <a:srgbClr val="414141"/>
                </a:solidFill>
                <a:latin typeface="Arial Black"/>
                <a:cs typeface="Arial Black"/>
              </a:rPr>
              <a:t>graduation</a:t>
            </a:r>
            <a:r>
              <a:rPr dirty="0" sz="2200" spc="-6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370">
                <a:solidFill>
                  <a:srgbClr val="494949"/>
                </a:solidFill>
                <a:latin typeface="Arial Black"/>
                <a:cs typeface="Arial Black"/>
              </a:rPr>
              <a:t>IDs.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34035">
              <a:lnSpc>
                <a:spcPct val="100000"/>
              </a:lnSpc>
              <a:spcBef>
                <a:spcPts val="95"/>
              </a:spcBef>
            </a:pPr>
            <a:r>
              <a:rPr dirty="0" sz="5800" spc="-880">
                <a:solidFill>
                  <a:srgbClr val="0F2D50"/>
                </a:solidFill>
              </a:rPr>
              <a:t>Alumni</a:t>
            </a:r>
            <a:r>
              <a:rPr dirty="0" sz="5800" spc="-520">
                <a:solidFill>
                  <a:srgbClr val="0F2D50"/>
                </a:solidFill>
              </a:rPr>
              <a:t> </a:t>
            </a:r>
            <a:r>
              <a:rPr dirty="0" sz="5800" spc="-980">
                <a:solidFill>
                  <a:srgbClr val="0C2B5B"/>
                </a:solidFill>
              </a:rPr>
              <a:t>Experience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537017" y="3679595"/>
            <a:ext cx="7954645" cy="5397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320" marR="447675" indent="-7620">
              <a:lnSpc>
                <a:spcPct val="110400"/>
              </a:lnSpc>
              <a:spcBef>
                <a:spcPts val="90"/>
              </a:spcBef>
            </a:pPr>
            <a:r>
              <a:rPr dirty="0" sz="2800" spc="-575">
                <a:solidFill>
                  <a:srgbClr val="445E6E"/>
                </a:solidFill>
                <a:latin typeface="Arial Black"/>
                <a:cs typeface="Arial Black"/>
              </a:rPr>
              <a:t>Smart</a:t>
            </a:r>
            <a:r>
              <a:rPr dirty="0" sz="2800" spc="-135">
                <a:solidFill>
                  <a:srgbClr val="445E6E"/>
                </a:solidFill>
                <a:latin typeface="Arial Black"/>
                <a:cs typeface="Arial Black"/>
              </a:rPr>
              <a:t> </a:t>
            </a:r>
            <a:r>
              <a:rPr dirty="0" sz="2800" spc="-420">
                <a:solidFill>
                  <a:srgbClr val="484848"/>
                </a:solidFill>
                <a:latin typeface="Arial Black"/>
                <a:cs typeface="Arial Black"/>
              </a:rPr>
              <a:t>Profiles:</a:t>
            </a:r>
            <a:r>
              <a:rPr dirty="0" sz="2800" spc="-204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500">
                <a:solidFill>
                  <a:srgbClr val="4B4B4B"/>
                </a:solidFill>
                <a:latin typeface="Arial Black"/>
                <a:cs typeface="Arial Black"/>
              </a:rPr>
              <a:t>Highlight</a:t>
            </a:r>
            <a:r>
              <a:rPr dirty="0" sz="2800" spc="-18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15">
                <a:solidFill>
                  <a:srgbClr val="4B4B4B"/>
                </a:solidFill>
                <a:latin typeface="Arial Black"/>
                <a:cs typeface="Arial Black"/>
              </a:rPr>
              <a:t>graduation</a:t>
            </a:r>
            <a:r>
              <a:rPr dirty="0" sz="2800" spc="-13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800" spc="-545">
                <a:solidFill>
                  <a:srgbClr val="4D4D4D"/>
                </a:solidFill>
                <a:latin typeface="Arial Black"/>
                <a:cs typeface="Arial Black"/>
              </a:rPr>
              <a:t>data,</a:t>
            </a:r>
            <a:r>
              <a:rPr dirty="0" sz="2800" spc="-30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480">
                <a:solidFill>
                  <a:srgbClr val="4D4D4D"/>
                </a:solidFill>
                <a:latin typeface="Arial Black"/>
                <a:cs typeface="Arial Black"/>
              </a:rPr>
              <a:t>post-</a:t>
            </a:r>
            <a:r>
              <a:rPr dirty="0" sz="2800" spc="-555">
                <a:solidFill>
                  <a:srgbClr val="4D4D4D"/>
                </a:solidFill>
                <a:latin typeface="Arial Black"/>
                <a:cs typeface="Arial Black"/>
              </a:rPr>
              <a:t>grad </a:t>
            </a:r>
            <a:r>
              <a:rPr dirty="0" sz="2800" spc="-605">
                <a:solidFill>
                  <a:srgbClr val="3F3F3F"/>
                </a:solidFill>
                <a:latin typeface="Arial Black"/>
                <a:cs typeface="Arial Black"/>
              </a:rPr>
              <a:t>achievements,</a:t>
            </a:r>
            <a:r>
              <a:rPr dirty="0" sz="2800" spc="-7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800" spc="-600">
                <a:solidFill>
                  <a:srgbClr val="464646"/>
                </a:solidFill>
                <a:latin typeface="Arial Black"/>
                <a:cs typeface="Arial Black"/>
              </a:rPr>
              <a:t>and</a:t>
            </a:r>
            <a:r>
              <a:rPr dirty="0" sz="2800" spc="-27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424242"/>
                </a:solidFill>
                <a:latin typeface="Arial Black"/>
                <a:cs typeface="Arial Black"/>
              </a:rPr>
              <a:t>professional</a:t>
            </a:r>
            <a:r>
              <a:rPr dirty="0" sz="2800" spc="2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20">
                <a:solidFill>
                  <a:srgbClr val="494949"/>
                </a:solidFill>
                <a:latin typeface="Arial Black"/>
                <a:cs typeface="Arial Black"/>
              </a:rPr>
              <a:t>skills</a:t>
            </a:r>
            <a:r>
              <a:rPr dirty="0" sz="2800" spc="-23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455">
                <a:solidFill>
                  <a:srgbClr val="424242"/>
                </a:solidFill>
                <a:latin typeface="Arial Black"/>
                <a:cs typeface="Arial Black"/>
              </a:rPr>
              <a:t>in</a:t>
            </a:r>
            <a:r>
              <a:rPr dirty="0" sz="2800" spc="-24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480">
                <a:solidFill>
                  <a:srgbClr val="424242"/>
                </a:solidFill>
                <a:latin typeface="Arial Black"/>
                <a:cs typeface="Arial Black"/>
              </a:rPr>
              <a:t>verified</a:t>
            </a:r>
            <a:r>
              <a:rPr dirty="0" sz="2800" spc="-22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480">
                <a:solidFill>
                  <a:srgbClr val="444444"/>
                </a:solidFill>
                <a:latin typeface="Arial Black"/>
                <a:cs typeface="Arial Black"/>
              </a:rPr>
              <a:t>profiles.</a:t>
            </a:r>
            <a:endParaRPr sz="2800">
              <a:latin typeface="Arial Black"/>
              <a:cs typeface="Arial Black"/>
            </a:endParaRPr>
          </a:p>
          <a:p>
            <a:pPr marL="12700" marR="5080">
              <a:lnSpc>
                <a:spcPct val="110400"/>
              </a:lnSpc>
              <a:spcBef>
                <a:spcPts val="2970"/>
              </a:spcBef>
            </a:pPr>
            <a:r>
              <a:rPr dirty="0" sz="2800" spc="-555">
                <a:solidFill>
                  <a:srgbClr val="42506B"/>
                </a:solidFill>
                <a:latin typeface="Arial Black"/>
                <a:cs typeface="Arial Black"/>
              </a:rPr>
              <a:t>Social</a:t>
            </a:r>
            <a:r>
              <a:rPr dirty="0" sz="2800" spc="-229">
                <a:solidFill>
                  <a:srgbClr val="42506B"/>
                </a:solidFill>
                <a:latin typeface="Arial Black"/>
                <a:cs typeface="Arial Black"/>
              </a:rPr>
              <a:t> </a:t>
            </a:r>
            <a:r>
              <a:rPr dirty="0" sz="2800" spc="-555">
                <a:solidFill>
                  <a:srgbClr val="4D4D4D"/>
                </a:solidFill>
                <a:latin typeface="Arial Black"/>
                <a:cs typeface="Arial Black"/>
              </a:rPr>
              <a:t>Feed:</a:t>
            </a:r>
            <a:r>
              <a:rPr dirty="0" sz="2800" spc="-19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65">
                <a:solidFill>
                  <a:srgbClr val="4D4D4D"/>
                </a:solidFill>
                <a:latin typeface="Arial Black"/>
                <a:cs typeface="Arial Black"/>
              </a:rPr>
              <a:t>Exchange</a:t>
            </a:r>
            <a:r>
              <a:rPr dirty="0" sz="2800" spc="-17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615">
                <a:solidFill>
                  <a:srgbClr val="494949"/>
                </a:solidFill>
                <a:latin typeface="Arial Black"/>
                <a:cs typeface="Arial Black"/>
              </a:rPr>
              <a:t>knowledge,</a:t>
            </a:r>
            <a:r>
              <a:rPr dirty="0" sz="28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55">
                <a:solidFill>
                  <a:srgbClr val="4D4D4D"/>
                </a:solidFill>
                <a:latin typeface="Arial Black"/>
                <a:cs typeface="Arial Black"/>
              </a:rPr>
              <a:t>post</a:t>
            </a:r>
            <a:r>
              <a:rPr dirty="0" sz="2800" spc="-31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494949"/>
                </a:solidFill>
                <a:latin typeface="Arial Black"/>
                <a:cs typeface="Arial Black"/>
              </a:rPr>
              <a:t>career</a:t>
            </a:r>
            <a:r>
              <a:rPr dirty="0" sz="2800" spc="-16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65">
                <a:solidFill>
                  <a:srgbClr val="494949"/>
                </a:solidFill>
                <a:latin typeface="Arial Black"/>
                <a:cs typeface="Arial Black"/>
              </a:rPr>
              <a:t>updates,</a:t>
            </a:r>
            <a:r>
              <a:rPr dirty="0" sz="2800" spc="-2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50">
                <a:solidFill>
                  <a:srgbClr val="4D4D4D"/>
                </a:solidFill>
                <a:latin typeface="Arial Black"/>
                <a:cs typeface="Arial Black"/>
              </a:rPr>
              <a:t>like, </a:t>
            </a:r>
            <a:r>
              <a:rPr dirty="0" sz="2800" spc="-650">
                <a:solidFill>
                  <a:srgbClr val="464646"/>
                </a:solidFill>
                <a:latin typeface="Arial Black"/>
                <a:cs typeface="Arial Black"/>
              </a:rPr>
              <a:t>comment,</a:t>
            </a:r>
            <a:r>
              <a:rPr dirty="0" sz="2800" spc="-16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600">
                <a:solidFill>
                  <a:srgbClr val="444444"/>
                </a:solidFill>
                <a:latin typeface="Arial Black"/>
                <a:cs typeface="Arial Black"/>
              </a:rPr>
              <a:t>and</a:t>
            </a:r>
            <a:r>
              <a:rPr dirty="0" sz="2800" spc="-33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650">
                <a:solidFill>
                  <a:srgbClr val="444444"/>
                </a:solidFill>
                <a:latin typeface="Arial Black"/>
                <a:cs typeface="Arial Black"/>
              </a:rPr>
              <a:t>communicate</a:t>
            </a:r>
            <a:r>
              <a:rPr dirty="0" sz="2800" spc="-7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495">
                <a:solidFill>
                  <a:srgbClr val="4B5B6B"/>
                </a:solidFill>
                <a:latin typeface="Arial Black"/>
                <a:cs typeface="Arial Black"/>
              </a:rPr>
              <a:t>in</a:t>
            </a:r>
            <a:r>
              <a:rPr dirty="0" sz="2800" spc="-275">
                <a:solidFill>
                  <a:srgbClr val="4B5B6B"/>
                </a:solidFill>
                <a:latin typeface="Arial Black"/>
                <a:cs typeface="Arial Black"/>
              </a:rPr>
              <a:t> </a:t>
            </a:r>
            <a:r>
              <a:rPr dirty="0" sz="2800" spc="-455">
                <a:solidFill>
                  <a:srgbClr val="484848"/>
                </a:solidFill>
                <a:latin typeface="Arial Black"/>
                <a:cs typeface="Arial Black"/>
              </a:rPr>
              <a:t>real-</a:t>
            </a:r>
            <a:r>
              <a:rPr dirty="0" sz="2800" spc="-525">
                <a:solidFill>
                  <a:srgbClr val="484848"/>
                </a:solidFill>
                <a:latin typeface="Arial Black"/>
                <a:cs typeface="Arial Black"/>
              </a:rPr>
              <a:t>time.</a:t>
            </a:r>
            <a:endParaRPr sz="2800">
              <a:latin typeface="Arial Black"/>
              <a:cs typeface="Arial Black"/>
            </a:endParaRPr>
          </a:p>
          <a:p>
            <a:pPr marL="19050" marR="127635" indent="-5715">
              <a:lnSpc>
                <a:spcPct val="110400"/>
              </a:lnSpc>
              <a:spcBef>
                <a:spcPts val="2970"/>
              </a:spcBef>
            </a:pPr>
            <a:r>
              <a:rPr dirty="0" sz="2800" spc="-505">
                <a:solidFill>
                  <a:srgbClr val="4F4F4F"/>
                </a:solidFill>
                <a:latin typeface="Arial Black"/>
                <a:cs typeface="Arial Black"/>
              </a:rPr>
              <a:t>Dedicated</a:t>
            </a:r>
            <a:r>
              <a:rPr dirty="0" sz="2800" spc="-11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800" spc="-525">
                <a:solidFill>
                  <a:srgbClr val="3B3B3B"/>
                </a:solidFill>
                <a:latin typeface="Arial Black"/>
                <a:cs typeface="Arial Black"/>
              </a:rPr>
              <a:t>Communities:</a:t>
            </a:r>
            <a:r>
              <a:rPr dirty="0" sz="2800" spc="-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2800" spc="-575">
                <a:solidFill>
                  <a:srgbClr val="4F4F4F"/>
                </a:solidFill>
                <a:latin typeface="Arial Black"/>
                <a:cs typeface="Arial Black"/>
              </a:rPr>
              <a:t>Join</a:t>
            </a:r>
            <a:r>
              <a:rPr dirty="0" sz="2800" spc="-31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800" spc="-495">
                <a:solidFill>
                  <a:srgbClr val="464646"/>
                </a:solidFill>
                <a:latin typeface="Arial Black"/>
                <a:cs typeface="Arial Black"/>
              </a:rPr>
              <a:t>tailored</a:t>
            </a:r>
            <a:r>
              <a:rPr dirty="0" sz="2800" spc="-17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610">
                <a:solidFill>
                  <a:srgbClr val="4D4D4D"/>
                </a:solidFill>
                <a:latin typeface="Arial Black"/>
                <a:cs typeface="Arial Black"/>
              </a:rPr>
              <a:t>channels</a:t>
            </a:r>
            <a:r>
              <a:rPr dirty="0" sz="2800" spc="-13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800" spc="-550">
                <a:solidFill>
                  <a:srgbClr val="494949"/>
                </a:solidFill>
                <a:latin typeface="Arial Black"/>
                <a:cs typeface="Arial Black"/>
              </a:rPr>
              <a:t>organized </a:t>
            </a:r>
            <a:r>
              <a:rPr dirty="0" sz="2800" spc="-575">
                <a:solidFill>
                  <a:srgbClr val="494949"/>
                </a:solidFill>
                <a:latin typeface="Arial Black"/>
                <a:cs typeface="Arial Black"/>
              </a:rPr>
              <a:t>by</a:t>
            </a:r>
            <a:r>
              <a:rPr dirty="0" sz="2800" spc="-34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15">
                <a:solidFill>
                  <a:srgbClr val="464646"/>
                </a:solidFill>
                <a:latin typeface="Arial Black"/>
                <a:cs typeface="Arial Black"/>
              </a:rPr>
              <a:t>graduation</a:t>
            </a:r>
            <a:r>
              <a:rPr dirty="0" sz="2800" spc="-10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35">
                <a:solidFill>
                  <a:srgbClr val="494949"/>
                </a:solidFill>
                <a:latin typeface="Arial Black"/>
                <a:cs typeface="Arial Black"/>
              </a:rPr>
              <a:t>year,</a:t>
            </a:r>
            <a:r>
              <a:rPr dirty="0" sz="2800" spc="-31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85">
                <a:solidFill>
                  <a:srgbClr val="3F3F3F"/>
                </a:solidFill>
                <a:latin typeface="Arial Black"/>
                <a:cs typeface="Arial Black"/>
              </a:rPr>
              <a:t>specific</a:t>
            </a:r>
            <a:r>
              <a:rPr dirty="0" sz="2800" spc="-114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800" spc="-505">
                <a:solidFill>
                  <a:srgbClr val="3D3D3D"/>
                </a:solidFill>
                <a:latin typeface="Arial Black"/>
                <a:cs typeface="Arial Black"/>
              </a:rPr>
              <a:t>specialization,</a:t>
            </a:r>
            <a:r>
              <a:rPr dirty="0" sz="2800" spc="-42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2800" spc="-470">
                <a:solidFill>
                  <a:srgbClr val="464646"/>
                </a:solidFill>
                <a:latin typeface="Arial Black"/>
                <a:cs typeface="Arial Black"/>
              </a:rPr>
              <a:t>or</a:t>
            </a:r>
            <a:r>
              <a:rPr dirty="0" sz="2800" spc="-28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00">
                <a:solidFill>
                  <a:srgbClr val="424242"/>
                </a:solidFill>
                <a:latin typeface="Arial Black"/>
                <a:cs typeface="Arial Black"/>
              </a:rPr>
              <a:t>industry.</a:t>
            </a:r>
            <a:endParaRPr sz="2800">
              <a:latin typeface="Arial Black"/>
              <a:cs typeface="Arial Black"/>
            </a:endParaRPr>
          </a:p>
          <a:p>
            <a:pPr marL="12700" marR="887730" indent="3810">
              <a:lnSpc>
                <a:spcPct val="110400"/>
              </a:lnSpc>
              <a:spcBef>
                <a:spcPts val="2970"/>
              </a:spcBef>
            </a:pPr>
            <a:r>
              <a:rPr dirty="0" sz="2800" spc="-440">
                <a:solidFill>
                  <a:srgbClr val="3D5264"/>
                </a:solidFill>
                <a:latin typeface="Arial Black"/>
                <a:cs typeface="Arial Black"/>
              </a:rPr>
              <a:t>Verified</a:t>
            </a:r>
            <a:r>
              <a:rPr dirty="0" sz="2800" spc="-270">
                <a:solidFill>
                  <a:srgbClr val="3D5264"/>
                </a:solidFill>
                <a:latin typeface="Arial Black"/>
                <a:cs typeface="Arial Black"/>
              </a:rPr>
              <a:t> </a:t>
            </a:r>
            <a:r>
              <a:rPr dirty="0" sz="2800" spc="-445">
                <a:solidFill>
                  <a:srgbClr val="464646"/>
                </a:solidFill>
                <a:latin typeface="Arial Black"/>
                <a:cs typeface="Arial Black"/>
              </a:rPr>
              <a:t>Digital</a:t>
            </a:r>
            <a:r>
              <a:rPr dirty="0" sz="2800" spc="-22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365">
                <a:solidFill>
                  <a:srgbClr val="383838"/>
                </a:solidFill>
                <a:latin typeface="Arial Black"/>
                <a:cs typeface="Arial Black"/>
              </a:rPr>
              <a:t>ID:</a:t>
            </a:r>
            <a:r>
              <a:rPr dirty="0" sz="2800" spc="-33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2800" spc="-625">
                <a:solidFill>
                  <a:srgbClr val="484848"/>
                </a:solidFill>
                <a:latin typeface="Arial Black"/>
                <a:cs typeface="Arial Black"/>
              </a:rPr>
              <a:t>Leverage</a:t>
            </a:r>
            <a:r>
              <a:rPr dirty="0" sz="2800" spc="-3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800" spc="-819">
                <a:solidFill>
                  <a:srgbClr val="525252"/>
                </a:solidFill>
                <a:latin typeface="Arial Black"/>
                <a:cs typeface="Arial Black"/>
              </a:rPr>
              <a:t>a</a:t>
            </a:r>
            <a:r>
              <a:rPr dirty="0" sz="2800" spc="-315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800" spc="-530">
                <a:solidFill>
                  <a:srgbClr val="494949"/>
                </a:solidFill>
                <a:latin typeface="Arial Black"/>
                <a:cs typeface="Arial Black"/>
              </a:rPr>
              <a:t>unique,</a:t>
            </a:r>
            <a:r>
              <a:rPr dirty="0" sz="2800" spc="-19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800" spc="-550">
                <a:solidFill>
                  <a:srgbClr val="494949"/>
                </a:solidFill>
                <a:latin typeface="Arial Black"/>
                <a:cs typeface="Arial Black"/>
              </a:rPr>
              <a:t>QR-</a:t>
            </a:r>
            <a:r>
              <a:rPr dirty="0" sz="2800" spc="-535">
                <a:solidFill>
                  <a:srgbClr val="494949"/>
                </a:solidFill>
                <a:latin typeface="Arial Black"/>
                <a:cs typeface="Arial Black"/>
              </a:rPr>
              <a:t>enabled </a:t>
            </a:r>
            <a:r>
              <a:rPr dirty="0" sz="2800" spc="-445">
                <a:solidFill>
                  <a:srgbClr val="424242"/>
                </a:solidFill>
                <a:latin typeface="Arial Black"/>
                <a:cs typeface="Arial Black"/>
              </a:rPr>
              <a:t>university-</a:t>
            </a:r>
            <a:r>
              <a:rPr dirty="0" sz="2800" spc="-440">
                <a:solidFill>
                  <a:srgbClr val="424242"/>
                </a:solidFill>
                <a:latin typeface="Arial Black"/>
                <a:cs typeface="Arial Black"/>
              </a:rPr>
              <a:t>verified</a:t>
            </a:r>
            <a:r>
              <a:rPr dirty="0" sz="2800" spc="-35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70">
                <a:solidFill>
                  <a:srgbClr val="505050"/>
                </a:solidFill>
                <a:latin typeface="Arial Black"/>
                <a:cs typeface="Arial Black"/>
              </a:rPr>
              <a:t>card</a:t>
            </a:r>
            <a:r>
              <a:rPr dirty="0" sz="2800" spc="-220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800" spc="-570">
                <a:solidFill>
                  <a:srgbClr val="444444"/>
                </a:solidFill>
                <a:latin typeface="Arial Black"/>
                <a:cs typeface="Arial Black"/>
              </a:rPr>
              <a:t>acting</a:t>
            </a:r>
            <a:r>
              <a:rPr dirty="0" sz="2800" spc="-32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800" spc="-740">
                <a:solidFill>
                  <a:srgbClr val="424242"/>
                </a:solidFill>
                <a:latin typeface="Arial Black"/>
                <a:cs typeface="Arial Black"/>
              </a:rPr>
              <a:t>as</a:t>
            </a:r>
            <a:r>
              <a:rPr dirty="0" sz="2800" spc="-21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800" spc="-575">
                <a:solidFill>
                  <a:srgbClr val="464646"/>
                </a:solidFill>
                <a:latin typeface="Arial Black"/>
                <a:cs typeface="Arial Black"/>
              </a:rPr>
              <a:t>physical</a:t>
            </a:r>
            <a:r>
              <a:rPr dirty="0" sz="2800" spc="-7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800" spc="-525">
                <a:solidFill>
                  <a:srgbClr val="444444"/>
                </a:solidFill>
                <a:latin typeface="Arial Black"/>
                <a:cs typeface="Arial Black"/>
              </a:rPr>
              <a:t>graduation </a:t>
            </a:r>
            <a:r>
              <a:rPr dirty="0" sz="2800" spc="-500">
                <a:solidFill>
                  <a:srgbClr val="4B4B4B"/>
                </a:solidFill>
                <a:latin typeface="Arial Black"/>
                <a:cs typeface="Arial Black"/>
              </a:rPr>
              <a:t>identity.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6219706"/>
            <a:ext cx="431924" cy="3455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16949" sz="8850" spc="-937">
                <a:solidFill>
                  <a:srgbClr val="F6C60C"/>
                </a:solidFill>
              </a:rPr>
              <a:t>I</a:t>
            </a:r>
            <a:r>
              <a:rPr dirty="0" baseline="-16949" sz="8850" spc="532">
                <a:solidFill>
                  <a:srgbClr val="F6C60C"/>
                </a:solidFill>
              </a:rPr>
              <a:t> </a:t>
            </a:r>
            <a:r>
              <a:rPr dirty="0" sz="5900" spc="-780">
                <a:solidFill>
                  <a:srgbClr val="0F2D50"/>
                </a:solidFill>
              </a:rPr>
              <a:t>Administrative</a:t>
            </a:r>
            <a:r>
              <a:rPr dirty="0" sz="5900" spc="-855">
                <a:solidFill>
                  <a:srgbClr val="0F2D50"/>
                </a:solidFill>
              </a:rPr>
              <a:t> </a:t>
            </a:r>
            <a:r>
              <a:rPr dirty="0" sz="5900" spc="-1205">
                <a:solidFill>
                  <a:srgbClr val="0A2D57"/>
                </a:solidFill>
              </a:rPr>
              <a:t>Power</a:t>
            </a:r>
            <a:endParaRPr sz="5900"/>
          </a:p>
        </p:txBody>
      </p:sp>
      <p:sp>
        <p:nvSpPr>
          <p:cNvPr id="4" name="object 4"/>
          <p:cNvSpPr txBox="1"/>
          <p:nvPr/>
        </p:nvSpPr>
        <p:spPr>
          <a:xfrm>
            <a:off x="921793" y="2561174"/>
            <a:ext cx="8144509" cy="670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685" marR="223520" indent="-7620">
              <a:lnSpc>
                <a:spcPct val="114500"/>
              </a:lnSpc>
              <a:spcBef>
                <a:spcPts val="100"/>
              </a:spcBef>
            </a:pPr>
            <a:r>
              <a:rPr dirty="0" sz="2700" spc="-810">
                <a:solidFill>
                  <a:srgbClr val="4D4D4D"/>
                </a:solidFill>
                <a:latin typeface="Arial Black"/>
                <a:cs typeface="Arial Black"/>
              </a:rPr>
              <a:t>The</a:t>
            </a:r>
            <a:r>
              <a:rPr dirty="0" sz="2700" spc="58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700" spc="-475">
                <a:solidFill>
                  <a:srgbClr val="424242"/>
                </a:solidFill>
                <a:latin typeface="Arial Black"/>
                <a:cs typeface="Arial Black"/>
              </a:rPr>
              <a:t>Centralized</a:t>
            </a:r>
            <a:r>
              <a:rPr dirty="0" sz="2700" spc="25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620">
                <a:solidFill>
                  <a:srgbClr val="3D3D3D"/>
                </a:solidFill>
                <a:latin typeface="Arial Black"/>
                <a:cs typeface="Arial Black"/>
              </a:rPr>
              <a:t>Admin</a:t>
            </a:r>
            <a:r>
              <a:rPr dirty="0" sz="2700" spc="39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2700" spc="-520">
                <a:solidFill>
                  <a:srgbClr val="3F3F3F"/>
                </a:solidFill>
                <a:latin typeface="Arial Black"/>
                <a:cs typeface="Arial Black"/>
              </a:rPr>
              <a:t>Dashboard</a:t>
            </a:r>
            <a:r>
              <a:rPr dirty="0" sz="2700" spc="29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700" spc="-500">
                <a:solidFill>
                  <a:srgbClr val="4B4B4B"/>
                </a:solidFill>
                <a:latin typeface="Arial Black"/>
                <a:cs typeface="Arial Black"/>
              </a:rPr>
              <a:t>delivers</a:t>
            </a:r>
            <a:r>
              <a:rPr dirty="0" sz="2700" spc="42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545">
                <a:solidFill>
                  <a:srgbClr val="464646"/>
                </a:solidFill>
                <a:latin typeface="Arial Black"/>
                <a:cs typeface="Arial Black"/>
              </a:rPr>
              <a:t>total</a:t>
            </a:r>
            <a:r>
              <a:rPr dirty="0" sz="2700" spc="32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94949"/>
                </a:solidFill>
                <a:latin typeface="Arial Black"/>
                <a:cs typeface="Arial Black"/>
              </a:rPr>
              <a:t>governing </a:t>
            </a:r>
            <a:r>
              <a:rPr dirty="0" sz="2700" spc="-425">
                <a:solidFill>
                  <a:srgbClr val="494949"/>
                </a:solidFill>
                <a:latin typeface="Arial Black"/>
                <a:cs typeface="Arial Black"/>
              </a:rPr>
              <a:t>visibility</a:t>
            </a:r>
            <a:r>
              <a:rPr dirty="0" sz="2700" spc="2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610">
                <a:solidFill>
                  <a:srgbClr val="525252"/>
                </a:solidFill>
                <a:latin typeface="Arial Black"/>
                <a:cs typeface="Arial Black"/>
              </a:rPr>
              <a:t>over</a:t>
            </a:r>
            <a:r>
              <a:rPr dirty="0" sz="2700" spc="385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700" spc="-785">
                <a:solidFill>
                  <a:srgbClr val="4B5B6B"/>
                </a:solidFill>
                <a:latin typeface="Arial Black"/>
                <a:cs typeface="Arial Black"/>
              </a:rPr>
              <a:t>the</a:t>
            </a:r>
            <a:r>
              <a:rPr dirty="0" sz="2700" spc="560">
                <a:solidFill>
                  <a:srgbClr val="4B5B6B"/>
                </a:solidFill>
                <a:latin typeface="Arial Black"/>
                <a:cs typeface="Arial Black"/>
              </a:rPr>
              <a:t> </a:t>
            </a:r>
            <a:r>
              <a:rPr dirty="0" sz="2700" spc="-515">
                <a:solidFill>
                  <a:srgbClr val="484848"/>
                </a:solidFill>
                <a:latin typeface="Arial Black"/>
                <a:cs typeface="Arial Black"/>
              </a:rPr>
              <a:t>entire</a:t>
            </a:r>
            <a:r>
              <a:rPr dirty="0" sz="2700" spc="290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700" spc="-480">
                <a:solidFill>
                  <a:srgbClr val="444444"/>
                </a:solidFill>
                <a:latin typeface="Arial Black"/>
                <a:cs typeface="Arial Black"/>
              </a:rPr>
              <a:t>platform,</a:t>
            </a:r>
            <a:r>
              <a:rPr dirty="0" sz="2700" spc="26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700" spc="-535">
                <a:solidFill>
                  <a:srgbClr val="4F4F4F"/>
                </a:solidFill>
                <a:latin typeface="Arial Black"/>
                <a:cs typeface="Arial Black"/>
              </a:rPr>
              <a:t>ensuring</a:t>
            </a:r>
            <a:r>
              <a:rPr dirty="0" sz="2700" spc="31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700">
                <a:solidFill>
                  <a:srgbClr val="484848"/>
                </a:solidFill>
                <a:latin typeface="Arial Black"/>
                <a:cs typeface="Arial Black"/>
              </a:rPr>
              <a:t>data</a:t>
            </a:r>
            <a:r>
              <a:rPr dirty="0" sz="2700" spc="47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700" spc="-560">
                <a:solidFill>
                  <a:srgbClr val="494949"/>
                </a:solidFill>
                <a:latin typeface="Arial Black"/>
                <a:cs typeface="Arial Black"/>
              </a:rPr>
              <a:t>safety</a:t>
            </a:r>
            <a:r>
              <a:rPr dirty="0" sz="2700" spc="509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570">
                <a:solidFill>
                  <a:srgbClr val="525252"/>
                </a:solidFill>
                <a:latin typeface="Arial Black"/>
                <a:cs typeface="Arial Black"/>
              </a:rPr>
              <a:t>and </a:t>
            </a:r>
            <a:r>
              <a:rPr dirty="0" sz="2700" spc="-490">
                <a:solidFill>
                  <a:srgbClr val="494949"/>
                </a:solidFill>
                <a:latin typeface="Arial Black"/>
                <a:cs typeface="Arial Black"/>
              </a:rPr>
              <a:t>request</a:t>
            </a:r>
            <a:r>
              <a:rPr dirty="0" sz="2700" spc="-15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535">
                <a:solidFill>
                  <a:srgbClr val="464646"/>
                </a:solidFill>
                <a:latin typeface="Arial Black"/>
                <a:cs typeface="Arial Black"/>
              </a:rPr>
              <a:t>compliance.</a:t>
            </a:r>
            <a:endParaRPr sz="2700">
              <a:latin typeface="Arial Black"/>
              <a:cs typeface="Arial Black"/>
            </a:endParaRPr>
          </a:p>
          <a:p>
            <a:pPr marL="554990" marR="250825" indent="-1905">
              <a:lnSpc>
                <a:spcPct val="114500"/>
              </a:lnSpc>
              <a:spcBef>
                <a:spcPts val="3090"/>
              </a:spcBef>
            </a:pPr>
            <a:r>
              <a:rPr dirty="0" sz="2700" spc="-395">
                <a:solidFill>
                  <a:srgbClr val="445270"/>
                </a:solidFill>
                <a:latin typeface="Arial Black"/>
                <a:cs typeface="Arial Black"/>
              </a:rPr>
              <a:t>Platform</a:t>
            </a:r>
            <a:r>
              <a:rPr dirty="0" sz="2700" spc="-75">
                <a:solidFill>
                  <a:srgbClr val="445270"/>
                </a:solidFill>
                <a:latin typeface="Arial Black"/>
                <a:cs typeface="Arial Black"/>
              </a:rPr>
              <a:t> </a:t>
            </a:r>
            <a:r>
              <a:rPr dirty="0" sz="2700" spc="-415">
                <a:solidFill>
                  <a:srgbClr val="4B4B4B"/>
                </a:solidFill>
                <a:latin typeface="Arial Black"/>
                <a:cs typeface="Arial Black"/>
              </a:rPr>
              <a:t>Analytics:</a:t>
            </a:r>
            <a:r>
              <a:rPr dirty="0" sz="2700" spc="-10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94949"/>
                </a:solidFill>
                <a:latin typeface="Arial Black"/>
                <a:cs typeface="Arial Black"/>
              </a:rPr>
              <a:t>Analyze</a:t>
            </a:r>
            <a:r>
              <a:rPr dirty="0" sz="2700" spc="-21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450">
                <a:solidFill>
                  <a:srgbClr val="494949"/>
                </a:solidFill>
                <a:latin typeface="Arial Black"/>
                <a:cs typeface="Arial Black"/>
              </a:rPr>
              <a:t>critical</a:t>
            </a:r>
            <a:r>
              <a:rPr dirty="0" sz="2700" spc="-9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440">
                <a:solidFill>
                  <a:srgbClr val="4D4D4D"/>
                </a:solidFill>
                <a:latin typeface="Arial Black"/>
                <a:cs typeface="Arial Black"/>
              </a:rPr>
              <a:t>platform</a:t>
            </a:r>
            <a:r>
              <a:rPr dirty="0" sz="2700" spc="-9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700" spc="-515">
                <a:solidFill>
                  <a:srgbClr val="4D4D4D"/>
                </a:solidFill>
                <a:latin typeface="Arial Black"/>
                <a:cs typeface="Arial Black"/>
              </a:rPr>
              <a:t>metrics, </a:t>
            </a:r>
            <a:r>
              <a:rPr dirty="0" sz="2700" spc="-455">
                <a:solidFill>
                  <a:srgbClr val="424242"/>
                </a:solidFill>
                <a:latin typeface="Arial Black"/>
                <a:cs typeface="Arial Black"/>
              </a:rPr>
              <a:t>including</a:t>
            </a:r>
            <a:r>
              <a:rPr dirty="0" sz="2700" spc="-22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430">
                <a:solidFill>
                  <a:srgbClr val="444444"/>
                </a:solidFill>
                <a:latin typeface="Arial Black"/>
                <a:cs typeface="Arial Black"/>
              </a:rPr>
              <a:t>total</a:t>
            </a:r>
            <a:r>
              <a:rPr dirty="0" sz="2700" spc="-17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700" spc="-525">
                <a:solidFill>
                  <a:srgbClr val="494949"/>
                </a:solidFill>
                <a:latin typeface="Arial Black"/>
                <a:cs typeface="Arial Black"/>
              </a:rPr>
              <a:t>active</a:t>
            </a:r>
            <a:r>
              <a:rPr dirty="0" sz="2700" spc="-19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480">
                <a:solidFill>
                  <a:srgbClr val="424242"/>
                </a:solidFill>
                <a:latin typeface="Arial Black"/>
                <a:cs typeface="Arial Black"/>
              </a:rPr>
              <a:t>users,</a:t>
            </a:r>
            <a:r>
              <a:rPr dirty="0" sz="2700" spc="-19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440">
                <a:solidFill>
                  <a:srgbClr val="494949"/>
                </a:solidFill>
                <a:latin typeface="Arial Black"/>
                <a:cs typeface="Arial Black"/>
              </a:rPr>
              <a:t>verification</a:t>
            </a:r>
            <a:r>
              <a:rPr dirty="0" sz="2700" spc="7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505">
                <a:solidFill>
                  <a:srgbClr val="444444"/>
                </a:solidFill>
                <a:latin typeface="Arial Black"/>
                <a:cs typeface="Arial Black"/>
              </a:rPr>
              <a:t>statuses,</a:t>
            </a:r>
            <a:r>
              <a:rPr dirty="0" sz="2700" spc="-19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700" spc="-490">
                <a:solidFill>
                  <a:srgbClr val="3D3D3D"/>
                </a:solidFill>
                <a:latin typeface="Arial Black"/>
                <a:cs typeface="Arial Black"/>
              </a:rPr>
              <a:t>posts, </a:t>
            </a:r>
            <a:r>
              <a:rPr dirty="0" sz="2700" spc="-545">
                <a:solidFill>
                  <a:srgbClr val="4F4F4F"/>
                </a:solidFill>
                <a:latin typeface="Arial Black"/>
                <a:cs typeface="Arial Black"/>
              </a:rPr>
              <a:t>and</a:t>
            </a:r>
            <a:r>
              <a:rPr dirty="0" sz="2700" spc="-28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540">
                <a:solidFill>
                  <a:srgbClr val="4F4F4F"/>
                </a:solidFill>
                <a:latin typeface="Arial Black"/>
                <a:cs typeface="Arial Black"/>
              </a:rPr>
              <a:t>dynamic</a:t>
            </a:r>
            <a:r>
              <a:rPr dirty="0" sz="2700" spc="-11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555">
                <a:solidFill>
                  <a:srgbClr val="4B4B4B"/>
                </a:solidFill>
                <a:latin typeface="Arial Black"/>
                <a:cs typeface="Arial Black"/>
              </a:rPr>
              <a:t>system</a:t>
            </a:r>
            <a:r>
              <a:rPr dirty="0" sz="2700" spc="-26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465">
                <a:solidFill>
                  <a:srgbClr val="4B4B4B"/>
                </a:solidFill>
                <a:latin typeface="Arial Black"/>
                <a:cs typeface="Arial Black"/>
              </a:rPr>
              <a:t>interaction</a:t>
            </a:r>
            <a:r>
              <a:rPr dirty="0" sz="2700" spc="7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480">
                <a:solidFill>
                  <a:srgbClr val="3D3D3D"/>
                </a:solidFill>
                <a:latin typeface="Arial Black"/>
                <a:cs typeface="Arial Black"/>
              </a:rPr>
              <a:t>levels.</a:t>
            </a:r>
            <a:endParaRPr sz="2700">
              <a:latin typeface="Arial Black"/>
              <a:cs typeface="Arial Black"/>
            </a:endParaRPr>
          </a:p>
          <a:p>
            <a:pPr marL="647700" marR="367030" indent="-3810">
              <a:lnSpc>
                <a:spcPct val="114500"/>
              </a:lnSpc>
              <a:spcBef>
                <a:spcPts val="2475"/>
              </a:spcBef>
            </a:pPr>
            <a:r>
              <a:rPr dirty="0" sz="2700" b="1">
                <a:solidFill>
                  <a:srgbClr val="495666"/>
                </a:solidFill>
                <a:latin typeface="Calibri"/>
                <a:cs typeface="Calibri"/>
              </a:rPr>
              <a:t>Account</a:t>
            </a:r>
            <a:r>
              <a:rPr dirty="0" sz="2700" spc="-90" b="1">
                <a:solidFill>
                  <a:srgbClr val="495666"/>
                </a:solidFill>
                <a:latin typeface="Calibri"/>
                <a:cs typeface="Calibri"/>
              </a:rPr>
              <a:t> </a:t>
            </a:r>
            <a:r>
              <a:rPr dirty="0" sz="2700" spc="-35" b="1">
                <a:solidFill>
                  <a:srgbClr val="4D4D4D"/>
                </a:solidFill>
                <a:latin typeface="Calibri"/>
                <a:cs typeface="Calibri"/>
              </a:rPr>
              <a:t>Verification:</a:t>
            </a:r>
            <a:r>
              <a:rPr dirty="0" sz="2700" spc="105" b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700" spc="-484">
                <a:solidFill>
                  <a:srgbClr val="464646"/>
                </a:solidFill>
                <a:latin typeface="Arial Black"/>
                <a:cs typeface="Arial Black"/>
              </a:rPr>
              <a:t>Validate</a:t>
            </a:r>
            <a:r>
              <a:rPr dirty="0" sz="2700" spc="-14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520">
                <a:solidFill>
                  <a:srgbClr val="424242"/>
                </a:solidFill>
                <a:latin typeface="Arial Black"/>
                <a:cs typeface="Arial Black"/>
              </a:rPr>
              <a:t>graduates</a:t>
            </a:r>
            <a:r>
              <a:rPr dirty="0" sz="2700" spc="-2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B4B4B"/>
                </a:solidFill>
                <a:latin typeface="Arial Black"/>
                <a:cs typeface="Arial Black"/>
              </a:rPr>
              <a:t>using</a:t>
            </a:r>
            <a:r>
              <a:rPr dirty="0" sz="2700" spc="-30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580">
                <a:solidFill>
                  <a:srgbClr val="444444"/>
                </a:solidFill>
                <a:latin typeface="Arial Black"/>
                <a:cs typeface="Arial Black"/>
              </a:rPr>
              <a:t>an</a:t>
            </a:r>
            <a:r>
              <a:rPr dirty="0" sz="2700" spc="-28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700" spc="-350">
                <a:solidFill>
                  <a:srgbClr val="494949"/>
                </a:solidFill>
                <a:latin typeface="Arial Black"/>
                <a:cs typeface="Arial Black"/>
              </a:rPr>
              <a:t>in-</a:t>
            </a:r>
            <a:r>
              <a:rPr dirty="0" sz="2700" spc="-520">
                <a:solidFill>
                  <a:srgbClr val="494949"/>
                </a:solidFill>
                <a:latin typeface="Arial Black"/>
                <a:cs typeface="Arial Black"/>
              </a:rPr>
              <a:t>house</a:t>
            </a:r>
            <a:r>
              <a:rPr dirty="0" sz="2700" spc="-29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495">
                <a:solidFill>
                  <a:srgbClr val="464646"/>
                </a:solidFill>
                <a:latin typeface="Arial Black"/>
                <a:cs typeface="Arial Black"/>
              </a:rPr>
              <a:t>developed</a:t>
            </a:r>
            <a:r>
              <a:rPr dirty="0" sz="2700" spc="7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i="1">
                <a:solidFill>
                  <a:srgbClr val="414141"/>
                </a:solidFill>
                <a:latin typeface="Calibri"/>
                <a:cs typeface="Calibri"/>
              </a:rPr>
              <a:t>CentralAlumni</a:t>
            </a:r>
            <a:r>
              <a:rPr dirty="0" sz="2700" spc="130" i="1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700" spc="-40" i="1">
                <a:solidFill>
                  <a:srgbClr val="444444"/>
                </a:solidFill>
                <a:latin typeface="Calibri"/>
                <a:cs typeface="Calibri"/>
              </a:rPr>
              <a:t>Database</a:t>
            </a:r>
            <a:r>
              <a:rPr dirty="0" sz="27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700" spc="-10" i="1">
                <a:solidFill>
                  <a:srgbClr val="414141"/>
                </a:solidFill>
                <a:latin typeface="Calibri"/>
                <a:cs typeface="Calibri"/>
              </a:rPr>
              <a:t>System, </a:t>
            </a:r>
            <a:r>
              <a:rPr dirty="0" sz="2700" spc="-455">
                <a:solidFill>
                  <a:srgbClr val="494949"/>
                </a:solidFill>
                <a:latin typeface="Arial Black"/>
                <a:cs typeface="Arial Black"/>
              </a:rPr>
              <a:t>serving</a:t>
            </a:r>
            <a:r>
              <a:rPr dirty="0" sz="2700" spc="-24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660">
                <a:solidFill>
                  <a:srgbClr val="424242"/>
                </a:solidFill>
                <a:latin typeface="Arial Black"/>
                <a:cs typeface="Arial Black"/>
              </a:rPr>
              <a:t>as</a:t>
            </a:r>
            <a:r>
              <a:rPr dirty="0" sz="2700" spc="-18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740">
                <a:solidFill>
                  <a:srgbClr val="525252"/>
                </a:solidFill>
                <a:latin typeface="Arial Black"/>
                <a:cs typeface="Arial Black"/>
              </a:rPr>
              <a:t>a</a:t>
            </a:r>
            <a:r>
              <a:rPr dirty="0" sz="2700" spc="-285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700" spc="-434">
                <a:solidFill>
                  <a:srgbClr val="424242"/>
                </a:solidFill>
                <a:latin typeface="Arial Black"/>
                <a:cs typeface="Arial Black"/>
              </a:rPr>
              <a:t>unified</a:t>
            </a:r>
            <a:r>
              <a:rPr dirty="0" sz="2700" spc="-16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450">
                <a:solidFill>
                  <a:srgbClr val="424242"/>
                </a:solidFill>
                <a:latin typeface="Arial Black"/>
                <a:cs typeface="Arial Black"/>
              </a:rPr>
              <a:t>integration</a:t>
            </a:r>
            <a:r>
              <a:rPr dirty="0" sz="2700" spc="3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570">
                <a:solidFill>
                  <a:srgbClr val="494949"/>
                </a:solidFill>
                <a:latin typeface="Arial Black"/>
                <a:cs typeface="Arial Black"/>
              </a:rPr>
              <a:t>gateway.</a:t>
            </a:r>
            <a:endParaRPr sz="2700">
              <a:latin typeface="Arial Black"/>
              <a:cs typeface="Arial Black"/>
            </a:endParaRPr>
          </a:p>
          <a:p>
            <a:pPr marL="596900" marR="5080" indent="3810">
              <a:lnSpc>
                <a:spcPct val="114500"/>
              </a:lnSpc>
              <a:spcBef>
                <a:spcPts val="2475"/>
              </a:spcBef>
            </a:pPr>
            <a:r>
              <a:rPr dirty="0" sz="2700" spc="-20" b="1">
                <a:solidFill>
                  <a:srgbClr val="384B59"/>
                </a:solidFill>
                <a:latin typeface="Calibri"/>
                <a:cs typeface="Calibri"/>
              </a:rPr>
              <a:t>Document</a:t>
            </a:r>
            <a:r>
              <a:rPr dirty="0" sz="2700" spc="-135" b="1">
                <a:solidFill>
                  <a:srgbClr val="384B59"/>
                </a:solidFill>
                <a:latin typeface="Calibri"/>
                <a:cs typeface="Calibri"/>
              </a:rPr>
              <a:t> </a:t>
            </a:r>
            <a:r>
              <a:rPr dirty="0" sz="2700" spc="-35" b="1">
                <a:solidFill>
                  <a:srgbClr val="3A3A3A"/>
                </a:solidFill>
                <a:latin typeface="Calibri"/>
                <a:cs typeface="Calibri"/>
              </a:rPr>
              <a:t>Approvals:</a:t>
            </a:r>
            <a:r>
              <a:rPr dirty="0" sz="2700" spc="15" b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700" spc="-415">
                <a:solidFill>
                  <a:srgbClr val="464646"/>
                </a:solidFill>
                <a:latin typeface="Arial Black"/>
                <a:cs typeface="Arial Black"/>
              </a:rPr>
              <a:t>Authorize</a:t>
            </a:r>
            <a:r>
              <a:rPr dirty="0" sz="2700" spc="-24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409">
                <a:solidFill>
                  <a:srgbClr val="464646"/>
                </a:solidFill>
                <a:latin typeface="Arial Black"/>
                <a:cs typeface="Arial Black"/>
              </a:rPr>
              <a:t>official</a:t>
            </a:r>
            <a:r>
              <a:rPr dirty="0" sz="2700" spc="-1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440">
                <a:solidFill>
                  <a:srgbClr val="464646"/>
                </a:solidFill>
                <a:latin typeface="Arial Black"/>
                <a:cs typeface="Arial Black"/>
              </a:rPr>
              <a:t>university </a:t>
            </a:r>
            <a:r>
              <a:rPr dirty="0" sz="2700" spc="-535">
                <a:solidFill>
                  <a:srgbClr val="464646"/>
                </a:solidFill>
                <a:latin typeface="Arial Black"/>
                <a:cs typeface="Arial Black"/>
              </a:rPr>
              <a:t>documents,</a:t>
            </a:r>
            <a:r>
              <a:rPr dirty="0" sz="2700" spc="-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24242"/>
                </a:solidFill>
                <a:latin typeface="Arial Black"/>
                <a:cs typeface="Arial Black"/>
              </a:rPr>
              <a:t>certificate</a:t>
            </a:r>
            <a:r>
              <a:rPr dirty="0" sz="2700" spc="-6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405">
                <a:solidFill>
                  <a:srgbClr val="464646"/>
                </a:solidFill>
                <a:latin typeface="Arial Black"/>
                <a:cs typeface="Arial Black"/>
              </a:rPr>
              <a:t>prints,</a:t>
            </a:r>
            <a:r>
              <a:rPr dirty="0" sz="2700" spc="-21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700" spc="-545">
                <a:solidFill>
                  <a:srgbClr val="484848"/>
                </a:solidFill>
                <a:latin typeface="Arial Black"/>
                <a:cs typeface="Arial Black"/>
              </a:rPr>
              <a:t>and</a:t>
            </a:r>
            <a:r>
              <a:rPr dirty="0" sz="2700" spc="-26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700" spc="-465">
                <a:solidFill>
                  <a:srgbClr val="424242"/>
                </a:solidFill>
                <a:latin typeface="Arial Black"/>
                <a:cs typeface="Arial Black"/>
              </a:rPr>
              <a:t>transcripts</a:t>
            </a:r>
            <a:r>
              <a:rPr dirty="0" sz="2700" spc="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395">
                <a:solidFill>
                  <a:srgbClr val="424242"/>
                </a:solidFill>
                <a:latin typeface="Arial Black"/>
                <a:cs typeface="Arial Black"/>
              </a:rPr>
              <a:t>in</a:t>
            </a:r>
            <a:r>
              <a:rPr dirty="0" sz="2700" spc="-25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740">
                <a:solidFill>
                  <a:srgbClr val="3F4D64"/>
                </a:solidFill>
                <a:latin typeface="Arial Black"/>
                <a:cs typeface="Arial Black"/>
              </a:rPr>
              <a:t>a</a:t>
            </a:r>
            <a:r>
              <a:rPr dirty="0" sz="2700" spc="-260">
                <a:solidFill>
                  <a:srgbClr val="3F4D64"/>
                </a:solidFill>
                <a:latin typeface="Arial Black"/>
                <a:cs typeface="Arial Black"/>
              </a:rPr>
              <a:t> </a:t>
            </a:r>
            <a:r>
              <a:rPr dirty="0" sz="2700" spc="-530">
                <a:solidFill>
                  <a:srgbClr val="424242"/>
                </a:solidFill>
                <a:latin typeface="Arial Black"/>
                <a:cs typeface="Arial Black"/>
              </a:rPr>
              <a:t>secure, </a:t>
            </a:r>
            <a:r>
              <a:rPr dirty="0" sz="2700" spc="-450">
                <a:solidFill>
                  <a:srgbClr val="545454"/>
                </a:solidFill>
                <a:latin typeface="Arial Black"/>
                <a:cs typeface="Arial Black"/>
              </a:rPr>
              <a:t>highly</a:t>
            </a:r>
            <a:r>
              <a:rPr dirty="0" sz="2700" spc="-220">
                <a:solidFill>
                  <a:srgbClr val="545454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F4F4F"/>
                </a:solidFill>
                <a:latin typeface="Arial Black"/>
                <a:cs typeface="Arial Black"/>
              </a:rPr>
              <a:t>organized</a:t>
            </a:r>
            <a:r>
              <a:rPr dirty="0" sz="2700" spc="-8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480">
                <a:solidFill>
                  <a:srgbClr val="4B4B4B"/>
                </a:solidFill>
                <a:latin typeface="Arial Black"/>
                <a:cs typeface="Arial Black"/>
              </a:rPr>
              <a:t>workflow.</a:t>
            </a:r>
            <a:endParaRPr sz="2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5052" y="5065290"/>
            <a:ext cx="2324536" cy="121724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25145">
              <a:lnSpc>
                <a:spcPct val="100000"/>
              </a:lnSpc>
              <a:spcBef>
                <a:spcPts val="114"/>
              </a:spcBef>
            </a:pPr>
            <a:r>
              <a:rPr dirty="0" sz="5650" spc="-840">
                <a:solidFill>
                  <a:srgbClr val="0C2A5D"/>
                </a:solidFill>
              </a:rPr>
              <a:t>System</a:t>
            </a:r>
            <a:r>
              <a:rPr dirty="0" sz="5650" spc="-260">
                <a:solidFill>
                  <a:srgbClr val="0C2A5D"/>
                </a:solidFill>
              </a:rPr>
              <a:t> </a:t>
            </a:r>
            <a:r>
              <a:rPr dirty="0" sz="5650" spc="-850">
                <a:solidFill>
                  <a:srgbClr val="0F2B57"/>
                </a:solidFill>
              </a:rPr>
              <a:t>Workflow</a:t>
            </a:r>
            <a:endParaRPr sz="5650"/>
          </a:p>
        </p:txBody>
      </p:sp>
      <p:sp>
        <p:nvSpPr>
          <p:cNvPr id="4" name="object 4"/>
          <p:cNvSpPr txBox="1"/>
          <p:nvPr/>
        </p:nvSpPr>
        <p:spPr>
          <a:xfrm>
            <a:off x="1231038" y="5886335"/>
            <a:ext cx="3951604" cy="1807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34695">
              <a:lnSpc>
                <a:spcPct val="100000"/>
              </a:lnSpc>
              <a:spcBef>
                <a:spcPts val="135"/>
              </a:spcBef>
            </a:pPr>
            <a:r>
              <a:rPr dirty="0" sz="2800" spc="-229" b="1">
                <a:solidFill>
                  <a:srgbClr val="012659"/>
                </a:solidFill>
                <a:latin typeface="Arial"/>
                <a:cs typeface="Arial"/>
              </a:rPr>
              <a:t>1.</a:t>
            </a:r>
            <a:r>
              <a:rPr dirty="0" sz="2800" spc="-254" b="1">
                <a:solidFill>
                  <a:srgbClr val="012659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5264D"/>
                </a:solidFill>
                <a:latin typeface="Arial"/>
                <a:cs typeface="Arial"/>
              </a:rPr>
              <a:t>Registration</a:t>
            </a:r>
            <a:endParaRPr sz="2800">
              <a:latin typeface="Arial"/>
              <a:cs typeface="Arial"/>
            </a:endParaRPr>
          </a:p>
          <a:p>
            <a:pPr algn="ctr" marL="12700" marR="5080">
              <a:lnSpc>
                <a:spcPct val="105400"/>
              </a:lnSpc>
              <a:spcBef>
                <a:spcPts val="2290"/>
              </a:spcBef>
            </a:pPr>
            <a:r>
              <a:rPr dirty="0" sz="2200" spc="-420">
                <a:solidFill>
                  <a:srgbClr val="4B4B4B"/>
                </a:solidFill>
                <a:latin typeface="Arial Black"/>
                <a:cs typeface="Arial Black"/>
              </a:rPr>
              <a:t>Graduates</a:t>
            </a:r>
            <a:r>
              <a:rPr dirty="0" sz="2200" spc="-10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405">
                <a:solidFill>
                  <a:srgbClr val="484848"/>
                </a:solidFill>
                <a:latin typeface="Arial Black"/>
                <a:cs typeface="Arial Black"/>
              </a:rPr>
              <a:t>register</a:t>
            </a:r>
            <a:r>
              <a:rPr dirty="0" sz="2200" spc="-6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200" spc="-360">
                <a:solidFill>
                  <a:srgbClr val="505050"/>
                </a:solidFill>
                <a:latin typeface="Arial Black"/>
                <a:cs typeface="Arial Black"/>
              </a:rPr>
              <a:t>online</a:t>
            </a:r>
            <a:r>
              <a:rPr dirty="0" sz="2200" spc="-27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200" spc="-409">
                <a:solidFill>
                  <a:srgbClr val="4D4D4D"/>
                </a:solidFill>
                <a:latin typeface="Arial Black"/>
                <a:cs typeface="Arial Black"/>
              </a:rPr>
              <a:t>using</a:t>
            </a:r>
            <a:r>
              <a:rPr dirty="0" sz="2200" spc="-28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200" spc="-365">
                <a:solidFill>
                  <a:srgbClr val="4F4F4F"/>
                </a:solidFill>
                <a:latin typeface="Arial Black"/>
                <a:cs typeface="Arial Black"/>
              </a:rPr>
              <a:t>their </a:t>
            </a:r>
            <a:r>
              <a:rPr dirty="0" sz="2200" spc="-415">
                <a:solidFill>
                  <a:srgbClr val="464646"/>
                </a:solidFill>
                <a:latin typeface="Arial Black"/>
                <a:cs typeface="Arial Black"/>
              </a:rPr>
              <a:t>personal</a:t>
            </a:r>
            <a:r>
              <a:rPr dirty="0" sz="2200" spc="-9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05">
                <a:solidFill>
                  <a:srgbClr val="414141"/>
                </a:solidFill>
                <a:latin typeface="Arial Black"/>
                <a:cs typeface="Arial Black"/>
              </a:rPr>
              <a:t>credentials,</a:t>
            </a:r>
            <a:r>
              <a:rPr dirty="0" sz="2200" spc="-14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200" spc="-395">
                <a:solidFill>
                  <a:srgbClr val="3B3B3B"/>
                </a:solidFill>
                <a:latin typeface="Arial Black"/>
                <a:cs typeface="Arial Black"/>
              </a:rPr>
              <a:t>including </a:t>
            </a:r>
            <a:r>
              <a:rPr dirty="0" sz="2200" spc="-385">
                <a:solidFill>
                  <a:srgbClr val="4F4F4F"/>
                </a:solidFill>
                <a:latin typeface="Arial Black"/>
                <a:cs typeface="Arial Black"/>
              </a:rPr>
              <a:t>National</a:t>
            </a:r>
            <a:r>
              <a:rPr dirty="0" sz="2200" spc="-9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200" spc="-315">
                <a:solidFill>
                  <a:srgbClr val="4B4B4B"/>
                </a:solidFill>
                <a:latin typeface="Arial Black"/>
                <a:cs typeface="Arial Black"/>
              </a:rPr>
              <a:t>ID.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2318" y="5886335"/>
            <a:ext cx="4160520" cy="21532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63600">
              <a:lnSpc>
                <a:spcPct val="100000"/>
              </a:lnSpc>
              <a:spcBef>
                <a:spcPts val="135"/>
              </a:spcBef>
            </a:pPr>
            <a:r>
              <a:rPr dirty="0" sz="2800" b="1">
                <a:solidFill>
                  <a:srgbClr val="162864"/>
                </a:solidFill>
                <a:latin typeface="Arial"/>
                <a:cs typeface="Arial"/>
              </a:rPr>
              <a:t>2.</a:t>
            </a:r>
            <a:r>
              <a:rPr dirty="0" sz="2800" spc="-210" b="1">
                <a:solidFill>
                  <a:srgbClr val="162864"/>
                </a:solidFill>
                <a:latin typeface="Arial"/>
                <a:cs typeface="Arial"/>
              </a:rPr>
              <a:t> </a:t>
            </a:r>
            <a:r>
              <a:rPr dirty="0" sz="2800" spc="60" b="1">
                <a:solidFill>
                  <a:srgbClr val="002452"/>
                </a:solidFill>
                <a:latin typeface="Arial"/>
                <a:cs typeface="Arial"/>
              </a:rPr>
              <a:t>Verification</a:t>
            </a:r>
            <a:endParaRPr sz="2800">
              <a:latin typeface="Arial"/>
              <a:cs typeface="Arial"/>
            </a:endParaRPr>
          </a:p>
          <a:p>
            <a:pPr algn="ctr" marL="12700" marR="5080" indent="-1905">
              <a:lnSpc>
                <a:spcPct val="104600"/>
              </a:lnSpc>
              <a:spcBef>
                <a:spcPts val="2310"/>
              </a:spcBef>
            </a:pPr>
            <a:r>
              <a:rPr dirty="0" sz="2200" spc="-430">
                <a:solidFill>
                  <a:srgbClr val="424242"/>
                </a:solidFill>
                <a:latin typeface="Arial Black"/>
                <a:cs typeface="Arial Black"/>
              </a:rPr>
              <a:t>Admin</a:t>
            </a:r>
            <a:r>
              <a:rPr dirty="0" sz="2200" spc="-18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34">
                <a:solidFill>
                  <a:srgbClr val="464646"/>
                </a:solidFill>
                <a:latin typeface="Arial Black"/>
                <a:cs typeface="Arial Black"/>
              </a:rPr>
              <a:t>cross-</a:t>
            </a:r>
            <a:r>
              <a:rPr dirty="0" sz="2200" spc="-509">
                <a:solidFill>
                  <a:srgbClr val="464646"/>
                </a:solidFill>
                <a:latin typeface="Arial Black"/>
                <a:cs typeface="Arial Black"/>
              </a:rPr>
              <a:t>checks</a:t>
            </a:r>
            <a:r>
              <a:rPr dirty="0" sz="2200" spc="3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395">
                <a:solidFill>
                  <a:srgbClr val="4F4F4F"/>
                </a:solidFill>
                <a:latin typeface="Arial Black"/>
                <a:cs typeface="Arial Black"/>
              </a:rPr>
              <a:t>details</a:t>
            </a:r>
            <a:r>
              <a:rPr dirty="0" sz="2200" spc="-18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200" spc="-395">
                <a:solidFill>
                  <a:srgbClr val="4F4F4F"/>
                </a:solidFill>
                <a:latin typeface="Arial Black"/>
                <a:cs typeface="Arial Black"/>
              </a:rPr>
              <a:t>via</a:t>
            </a:r>
            <a:r>
              <a:rPr dirty="0" sz="2200" spc="-27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200" spc="-409">
                <a:solidFill>
                  <a:srgbClr val="525252"/>
                </a:solidFill>
                <a:latin typeface="Arial Black"/>
                <a:cs typeface="Arial Black"/>
              </a:rPr>
              <a:t>the </a:t>
            </a:r>
            <a:r>
              <a:rPr dirty="0" sz="2200" spc="-315">
                <a:solidFill>
                  <a:srgbClr val="3B3B3B"/>
                </a:solidFill>
                <a:latin typeface="Arial Black"/>
                <a:cs typeface="Arial Black"/>
              </a:rPr>
              <a:t>internally-</a:t>
            </a:r>
            <a:r>
              <a:rPr dirty="0" sz="2200" spc="-390">
                <a:solidFill>
                  <a:srgbClr val="3B3B3B"/>
                </a:solidFill>
                <a:latin typeface="Arial Black"/>
                <a:cs typeface="Arial Black"/>
              </a:rPr>
              <a:t>developed</a:t>
            </a:r>
            <a:r>
              <a:rPr dirty="0" sz="2200" spc="-10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2200" spc="-10" i="1">
                <a:solidFill>
                  <a:srgbClr val="4B4B4B"/>
                </a:solidFill>
                <a:latin typeface="Calibri"/>
                <a:cs typeface="Calibri"/>
              </a:rPr>
              <a:t>CentralAlumni </a:t>
            </a:r>
            <a:r>
              <a:rPr dirty="0" sz="2200" spc="-60" i="1">
                <a:solidFill>
                  <a:srgbClr val="424242"/>
                </a:solidFill>
                <a:latin typeface="Calibri"/>
                <a:cs typeface="Calibri"/>
              </a:rPr>
              <a:t>Database</a:t>
            </a:r>
            <a:r>
              <a:rPr dirty="0" sz="2200" spc="10" i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-50" i="1">
                <a:solidFill>
                  <a:srgbClr val="484848"/>
                </a:solidFill>
                <a:latin typeface="Calibri"/>
                <a:cs typeface="Calibri"/>
              </a:rPr>
              <a:t>System</a:t>
            </a:r>
            <a:r>
              <a:rPr dirty="0" sz="2200" spc="-204" i="1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 spc="-335">
                <a:solidFill>
                  <a:srgbClr val="494949"/>
                </a:solidFill>
                <a:latin typeface="Arial Black"/>
                <a:cs typeface="Arial Black"/>
              </a:rPr>
              <a:t>to</a:t>
            </a:r>
            <a:r>
              <a:rPr dirty="0" sz="2200" spc="-26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200" spc="-465">
                <a:solidFill>
                  <a:srgbClr val="3F3F3F"/>
                </a:solidFill>
                <a:latin typeface="Arial Black"/>
                <a:cs typeface="Arial Black"/>
              </a:rPr>
              <a:t>aggregate</a:t>
            </a:r>
            <a:r>
              <a:rPr dirty="0" sz="2200" spc="-9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75">
                <a:solidFill>
                  <a:srgbClr val="424242"/>
                </a:solidFill>
                <a:latin typeface="Arial Black"/>
                <a:cs typeface="Arial Black"/>
              </a:rPr>
              <a:t>and</a:t>
            </a:r>
            <a:r>
              <a:rPr dirty="0" sz="2200" spc="-17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4D4D4D"/>
                </a:solidFill>
                <a:latin typeface="Arial Black"/>
                <a:cs typeface="Arial Black"/>
              </a:rPr>
              <a:t>link </a:t>
            </a:r>
            <a:r>
              <a:rPr dirty="0" sz="2200" spc="-420">
                <a:solidFill>
                  <a:srgbClr val="3A3A3A"/>
                </a:solidFill>
                <a:latin typeface="Arial Black"/>
                <a:cs typeface="Arial Black"/>
              </a:rPr>
              <a:t>graduate</a:t>
            </a:r>
            <a:r>
              <a:rPr dirty="0" sz="2200" spc="-18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2200" spc="-434">
                <a:solidFill>
                  <a:srgbClr val="3F3F3F"/>
                </a:solidFill>
                <a:latin typeface="Arial Black"/>
                <a:cs typeface="Arial Black"/>
              </a:rPr>
              <a:t>data</a:t>
            </a:r>
            <a:r>
              <a:rPr dirty="0" sz="2200" spc="-22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355">
                <a:solidFill>
                  <a:srgbClr val="8299B8"/>
                </a:solidFill>
                <a:latin typeface="Arial Black"/>
                <a:cs typeface="Arial Black"/>
              </a:rPr>
              <a:t>in</a:t>
            </a:r>
            <a:r>
              <a:rPr dirty="0" sz="2200" spc="-254">
                <a:solidFill>
                  <a:srgbClr val="8299B8"/>
                </a:solidFill>
                <a:latin typeface="Arial Black"/>
                <a:cs typeface="Arial Black"/>
              </a:rPr>
              <a:t> </a:t>
            </a:r>
            <a:r>
              <a:rPr dirty="0" sz="2200" spc="-415">
                <a:solidFill>
                  <a:srgbClr val="464646"/>
                </a:solidFill>
                <a:latin typeface="Arial Black"/>
                <a:cs typeface="Arial Black"/>
              </a:rPr>
              <a:t>one</a:t>
            </a:r>
            <a:r>
              <a:rPr dirty="0" sz="2200" spc="-33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465">
                <a:solidFill>
                  <a:srgbClr val="363636"/>
                </a:solidFill>
                <a:latin typeface="Arial Black"/>
                <a:cs typeface="Arial Black"/>
              </a:rPr>
              <a:t>place.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28062" y="6600318"/>
            <a:ext cx="3384550" cy="109347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ctr" marL="12700" marR="5080">
              <a:lnSpc>
                <a:spcPct val="105400"/>
              </a:lnSpc>
              <a:spcBef>
                <a:spcPts val="160"/>
              </a:spcBef>
            </a:pPr>
            <a:r>
              <a:rPr dirty="0" sz="2200" spc="-390">
                <a:solidFill>
                  <a:srgbClr val="494949"/>
                </a:solidFill>
                <a:latin typeface="Arial Black"/>
                <a:cs typeface="Arial Black"/>
              </a:rPr>
              <a:t>Alumni</a:t>
            </a:r>
            <a:r>
              <a:rPr dirty="0" sz="2200" spc="-229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200" spc="-440">
                <a:solidFill>
                  <a:srgbClr val="4F4F4F"/>
                </a:solidFill>
                <a:latin typeface="Arial Black"/>
                <a:cs typeface="Arial Black"/>
              </a:rPr>
              <a:t>gain</a:t>
            </a:r>
            <a:r>
              <a:rPr dirty="0" sz="2200" spc="-19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200" spc="-295">
                <a:solidFill>
                  <a:srgbClr val="626680"/>
                </a:solidFill>
                <a:latin typeface="Arial Black"/>
                <a:cs typeface="Arial Black"/>
              </a:rPr>
              <a:t>full</a:t>
            </a:r>
            <a:r>
              <a:rPr dirty="0" sz="2200" spc="-210">
                <a:solidFill>
                  <a:srgbClr val="626680"/>
                </a:solidFill>
                <a:latin typeface="Arial Black"/>
                <a:cs typeface="Arial Black"/>
              </a:rPr>
              <a:t> </a:t>
            </a:r>
            <a:r>
              <a:rPr dirty="0" sz="2200" spc="-575">
                <a:solidFill>
                  <a:srgbClr val="4B4B4B"/>
                </a:solidFill>
                <a:latin typeface="Arial Black"/>
                <a:cs typeface="Arial Black"/>
              </a:rPr>
              <a:t>access</a:t>
            </a:r>
            <a:r>
              <a:rPr dirty="0" sz="2200" spc="-15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200" spc="-335">
                <a:solidFill>
                  <a:srgbClr val="494949"/>
                </a:solidFill>
                <a:latin typeface="Arial Black"/>
                <a:cs typeface="Arial Black"/>
              </a:rPr>
              <a:t>to</a:t>
            </a:r>
            <a:r>
              <a:rPr dirty="0" sz="2200" spc="-32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200" spc="-440">
                <a:solidFill>
                  <a:srgbClr val="3B3B3B"/>
                </a:solidFill>
                <a:latin typeface="Arial Black"/>
                <a:cs typeface="Arial Black"/>
              </a:rPr>
              <a:t>feeds, </a:t>
            </a:r>
            <a:r>
              <a:rPr dirty="0" sz="2200" spc="-470">
                <a:solidFill>
                  <a:srgbClr val="444444"/>
                </a:solidFill>
                <a:latin typeface="Arial Black"/>
                <a:cs typeface="Arial Black"/>
              </a:rPr>
              <a:t>messaging,</a:t>
            </a:r>
            <a:r>
              <a:rPr dirty="0" sz="2200" spc="-204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200" spc="-445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2200" spc="-23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40">
                <a:solidFill>
                  <a:srgbClr val="424242"/>
                </a:solidFill>
                <a:latin typeface="Arial Black"/>
                <a:cs typeface="Arial Black"/>
              </a:rPr>
              <a:t>exclusive</a:t>
            </a:r>
            <a:r>
              <a:rPr dirty="0" sz="2200" spc="-14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385">
                <a:solidFill>
                  <a:srgbClr val="3F3F3F"/>
                </a:solidFill>
                <a:latin typeface="Arial Black"/>
                <a:cs typeface="Arial Black"/>
              </a:rPr>
              <a:t>job </a:t>
            </a:r>
            <a:r>
              <a:rPr dirty="0" sz="2200" spc="-345">
                <a:solidFill>
                  <a:srgbClr val="3D3D3D"/>
                </a:solidFill>
                <a:latin typeface="Arial Black"/>
                <a:cs typeface="Arial Black"/>
              </a:rPr>
              <a:t>opportunities.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44870" y="5837253"/>
            <a:ext cx="3658870" cy="15113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95985">
              <a:lnSpc>
                <a:spcPct val="100000"/>
              </a:lnSpc>
              <a:spcBef>
                <a:spcPts val="120"/>
              </a:spcBef>
            </a:pPr>
            <a:r>
              <a:rPr dirty="0" sz="3200" spc="-320">
                <a:solidFill>
                  <a:srgbClr val="0F2D59"/>
                </a:solidFill>
                <a:latin typeface="Arial Black"/>
                <a:cs typeface="Arial Black"/>
              </a:rPr>
              <a:t>4.</a:t>
            </a:r>
            <a:r>
              <a:rPr dirty="0" sz="3200" spc="-475">
                <a:solidFill>
                  <a:srgbClr val="0F2D59"/>
                </a:solidFill>
                <a:latin typeface="Arial Black"/>
                <a:cs typeface="Arial Black"/>
              </a:rPr>
              <a:t> </a:t>
            </a:r>
            <a:r>
              <a:rPr dirty="0" sz="3200" spc="-490">
                <a:solidFill>
                  <a:srgbClr val="163664"/>
                </a:solidFill>
                <a:latin typeface="Arial Black"/>
                <a:cs typeface="Arial Black"/>
              </a:rPr>
              <a:t>Services</a:t>
            </a:r>
            <a:endParaRPr sz="3200">
              <a:latin typeface="Arial Black"/>
              <a:cs typeface="Arial Black"/>
            </a:endParaRPr>
          </a:p>
          <a:p>
            <a:pPr marL="211454" marR="5080" indent="-199390">
              <a:lnSpc>
                <a:spcPct val="107700"/>
              </a:lnSpc>
              <a:spcBef>
                <a:spcPts val="2150"/>
              </a:spcBef>
            </a:pPr>
            <a:r>
              <a:rPr dirty="0" sz="2200" spc="-455">
                <a:solidFill>
                  <a:srgbClr val="494949"/>
                </a:solidFill>
                <a:latin typeface="Arial Black"/>
                <a:cs typeface="Arial Black"/>
              </a:rPr>
              <a:t>Users</a:t>
            </a:r>
            <a:r>
              <a:rPr dirty="0" sz="2200" spc="-15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200" spc="-375">
                <a:solidFill>
                  <a:srgbClr val="505050"/>
                </a:solidFill>
                <a:latin typeface="Arial Black"/>
                <a:cs typeface="Arial Black"/>
              </a:rPr>
              <a:t>order</a:t>
            </a:r>
            <a:r>
              <a:rPr dirty="0" sz="2200" spc="-17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200" spc="-370">
                <a:solidFill>
                  <a:srgbClr val="424242"/>
                </a:solidFill>
                <a:latin typeface="Arial Black"/>
                <a:cs typeface="Arial Black"/>
              </a:rPr>
              <a:t>verified</a:t>
            </a:r>
            <a:r>
              <a:rPr dirty="0" sz="2200" spc="-114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200" spc="-450">
                <a:solidFill>
                  <a:srgbClr val="3F3F3F"/>
                </a:solidFill>
                <a:latin typeface="Arial Black"/>
                <a:cs typeface="Arial Black"/>
              </a:rPr>
              <a:t>paperwork</a:t>
            </a:r>
            <a:r>
              <a:rPr dirty="0" sz="2200" spc="1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385">
                <a:solidFill>
                  <a:srgbClr val="505050"/>
                </a:solidFill>
                <a:latin typeface="Arial Black"/>
                <a:cs typeface="Arial Black"/>
              </a:rPr>
              <a:t>or </a:t>
            </a:r>
            <a:r>
              <a:rPr dirty="0" sz="2200" spc="-395">
                <a:solidFill>
                  <a:srgbClr val="464646"/>
                </a:solidFill>
                <a:latin typeface="Arial Black"/>
                <a:cs typeface="Arial Black"/>
              </a:rPr>
              <a:t>export</a:t>
            </a:r>
            <a:r>
              <a:rPr dirty="0" sz="2200" spc="-1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200" spc="-360">
                <a:solidFill>
                  <a:srgbClr val="3F3F3F"/>
                </a:solidFill>
                <a:latin typeface="Arial Black"/>
                <a:cs typeface="Arial Black"/>
              </a:rPr>
              <a:t>digital</a:t>
            </a:r>
            <a:r>
              <a:rPr dirty="0" sz="2200" spc="-14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400">
                <a:solidFill>
                  <a:srgbClr val="3F3F3F"/>
                </a:solidFill>
                <a:latin typeface="Arial Black"/>
                <a:cs typeface="Arial Black"/>
              </a:rPr>
              <a:t>student</a:t>
            </a:r>
            <a:r>
              <a:rPr dirty="0" sz="2200" spc="-15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200" spc="-370">
                <a:solidFill>
                  <a:srgbClr val="424242"/>
                </a:solidFill>
                <a:latin typeface="Arial Black"/>
                <a:cs typeface="Arial Black"/>
              </a:rPr>
              <a:t>profiles.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673" y="3518217"/>
            <a:ext cx="18305780" cy="950594"/>
          </a:xfrm>
          <a:prstGeom prst="rect">
            <a:avLst/>
          </a:prstGeom>
          <a:solidFill>
            <a:srgbClr val="0C2A59"/>
          </a:solidFill>
        </p:spPr>
        <p:txBody>
          <a:bodyPr wrap="square" lIns="0" tIns="24955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965"/>
              </a:spcBef>
              <a:tabLst>
                <a:tab pos="6989445" algn="l"/>
                <a:tab pos="11372850" algn="l"/>
                <a:tab pos="15542894" algn="l"/>
              </a:tabLst>
            </a:pPr>
            <a:r>
              <a:rPr dirty="0" sz="2550" spc="65">
                <a:solidFill>
                  <a:srgbClr val="FFFFFF"/>
                </a:solidFill>
                <a:latin typeface="Arial MT"/>
                <a:cs typeface="Arial MT"/>
              </a:rPr>
              <a:t>Ecosystem </a:t>
            </a:r>
            <a:r>
              <a:rPr dirty="0" sz="2550" spc="75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50" spc="130">
                <a:solidFill>
                  <a:srgbClr val="FFFFFF"/>
                </a:solidFill>
                <a:latin typeface="Arial MT"/>
                <a:cs typeface="Arial MT"/>
              </a:rPr>
              <a:t>Alumni</a:t>
            </a:r>
            <a:r>
              <a:rPr dirty="0" sz="24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204">
                <a:solidFill>
                  <a:srgbClr val="FFFFFF"/>
                </a:solidFill>
                <a:latin typeface="Arial MT"/>
                <a:cs typeface="Arial MT"/>
              </a:rPr>
              <a:t>(Groduotes)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50" spc="135">
                <a:solidFill>
                  <a:srgbClr val="FFFFFF"/>
                </a:solidFill>
                <a:latin typeface="Arial MT"/>
                <a:cs typeface="Arial MT"/>
              </a:rPr>
              <a:t>Staff</a:t>
            </a:r>
            <a:r>
              <a:rPr dirty="0" sz="2450" spc="3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2450" spc="-4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pa</a:t>
            </a:r>
            <a:r>
              <a:rPr dirty="0" sz="24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rt</a:t>
            </a:r>
            <a:r>
              <a:rPr dirty="0" sz="24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165">
                <a:solidFill>
                  <a:srgbClr val="FFFFFF"/>
                </a:solidFill>
                <a:latin typeface="Arial MT"/>
                <a:cs typeface="Arial MT"/>
              </a:rPr>
              <a:t>ment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	Supe</a:t>
            </a:r>
            <a:r>
              <a:rPr dirty="0" sz="2450" spc="-4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sz="2450" spc="2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547" rIns="0" bIns="0" rtlCol="0" vert="horz">
            <a:spAutoFit/>
          </a:bodyPr>
          <a:lstStyle/>
          <a:p>
            <a:pPr marL="517525">
              <a:lnSpc>
                <a:spcPct val="100000"/>
              </a:lnSpc>
              <a:spcBef>
                <a:spcPts val="125"/>
              </a:spcBef>
            </a:pPr>
            <a:r>
              <a:rPr dirty="0" sz="5000" spc="-555">
                <a:solidFill>
                  <a:srgbClr val="0A2D56"/>
                </a:solidFill>
              </a:rPr>
              <a:t>Roles</a:t>
            </a:r>
            <a:r>
              <a:rPr dirty="0" sz="5000" spc="-380">
                <a:solidFill>
                  <a:srgbClr val="0A2D56"/>
                </a:solidFill>
              </a:rPr>
              <a:t> </a:t>
            </a:r>
            <a:r>
              <a:rPr dirty="0" sz="5000" spc="-490">
                <a:solidFill>
                  <a:srgbClr val="0F2A57"/>
                </a:solidFill>
              </a:rPr>
              <a:t>&amp;</a:t>
            </a:r>
            <a:r>
              <a:rPr dirty="0" sz="5000" spc="-635">
                <a:solidFill>
                  <a:srgbClr val="0F2A57"/>
                </a:solidFill>
              </a:rPr>
              <a:t> </a:t>
            </a:r>
            <a:r>
              <a:rPr dirty="0" sz="5000" spc="-540">
                <a:solidFill>
                  <a:srgbClr val="0C2D54"/>
                </a:solidFill>
              </a:rPr>
              <a:t>Access</a:t>
            </a:r>
            <a:r>
              <a:rPr dirty="0" sz="5000" spc="-145">
                <a:solidFill>
                  <a:srgbClr val="0C2D54"/>
                </a:solidFill>
              </a:rPr>
              <a:t> </a:t>
            </a:r>
            <a:r>
              <a:rPr dirty="0" sz="5000" spc="-385">
                <a:solidFill>
                  <a:srgbClr val="08284F"/>
                </a:solidFill>
              </a:rPr>
              <a:t>Control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1313215" y="4897490"/>
            <a:ext cx="315722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500">
                <a:solidFill>
                  <a:srgbClr val="4B4B4B"/>
                </a:solidFill>
                <a:latin typeface="Arial Black"/>
                <a:cs typeface="Arial Black"/>
              </a:rPr>
              <a:t>Post</a:t>
            </a:r>
            <a:r>
              <a:rPr dirty="0" sz="2700" spc="-19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470">
                <a:solidFill>
                  <a:srgbClr val="424242"/>
                </a:solidFill>
                <a:latin typeface="Arial Black"/>
                <a:cs typeface="Arial Black"/>
              </a:rPr>
              <a:t>Articles</a:t>
            </a:r>
            <a:r>
              <a:rPr dirty="0" sz="2700" spc="-10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700" spc="-600">
                <a:solidFill>
                  <a:srgbClr val="525970"/>
                </a:solidFill>
                <a:latin typeface="Arial Black"/>
                <a:cs typeface="Arial Black"/>
              </a:rPr>
              <a:t>&amp;</a:t>
            </a:r>
            <a:r>
              <a:rPr dirty="0" sz="2700" spc="-315">
                <a:solidFill>
                  <a:srgbClr val="525970"/>
                </a:solidFill>
                <a:latin typeface="Arial Black"/>
                <a:cs typeface="Arial Black"/>
              </a:rPr>
              <a:t> </a:t>
            </a:r>
            <a:r>
              <a:rPr dirty="0" sz="2700" spc="-600">
                <a:solidFill>
                  <a:srgbClr val="4B4B4B"/>
                </a:solidFill>
                <a:latin typeface="Arial Black"/>
                <a:cs typeface="Arial Black"/>
              </a:rPr>
              <a:t>Job</a:t>
            </a:r>
            <a:r>
              <a:rPr dirty="0" sz="2700" spc="-204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550">
                <a:solidFill>
                  <a:srgbClr val="414141"/>
                </a:solidFill>
                <a:latin typeface="Arial Black"/>
                <a:cs typeface="Arial Black"/>
              </a:rPr>
              <a:t>Ads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1873" y="6106878"/>
            <a:ext cx="470979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545">
                <a:solidFill>
                  <a:srgbClr val="4D4D4D"/>
                </a:solidFill>
                <a:latin typeface="Arial Black"/>
                <a:cs typeface="Arial Black"/>
              </a:rPr>
              <a:t>Request</a:t>
            </a:r>
            <a:r>
              <a:rPr dirty="0" sz="2700" spc="-6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700" spc="-425">
                <a:solidFill>
                  <a:srgbClr val="4D4D4D"/>
                </a:solidFill>
                <a:latin typeface="Arial Black"/>
                <a:cs typeface="Arial Black"/>
              </a:rPr>
              <a:t>University</a:t>
            </a:r>
            <a:r>
              <a:rPr dirty="0" sz="2700" spc="-1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700" spc="-520">
                <a:solidFill>
                  <a:srgbClr val="494949"/>
                </a:solidFill>
                <a:latin typeface="Arial Black"/>
                <a:cs typeface="Arial Black"/>
              </a:rPr>
              <a:t>Documentation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4146" y="7316265"/>
            <a:ext cx="474916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59">
                <a:solidFill>
                  <a:srgbClr val="505050"/>
                </a:solidFill>
                <a:latin typeface="Arial Black"/>
                <a:cs typeface="Arial Black"/>
              </a:rPr>
              <a:t>Approve</a:t>
            </a:r>
            <a:r>
              <a:rPr dirty="0" sz="2700" spc="-130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700" spc="-560">
                <a:solidFill>
                  <a:srgbClr val="494949"/>
                </a:solidFill>
                <a:latin typeface="Arial Black"/>
                <a:cs typeface="Arial Black"/>
              </a:rPr>
              <a:t>Requests</a:t>
            </a:r>
            <a:r>
              <a:rPr dirty="0" sz="27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675">
                <a:solidFill>
                  <a:srgbClr val="425267"/>
                </a:solidFill>
                <a:latin typeface="Arial Black"/>
                <a:cs typeface="Arial Black"/>
              </a:rPr>
              <a:t>&amp;</a:t>
            </a:r>
            <a:r>
              <a:rPr dirty="0" sz="2700" spc="-254">
                <a:solidFill>
                  <a:srgbClr val="425267"/>
                </a:solidFill>
                <a:latin typeface="Arial Black"/>
                <a:cs typeface="Arial Black"/>
              </a:rPr>
              <a:t> </a:t>
            </a:r>
            <a:r>
              <a:rPr dirty="0" sz="2700" spc="-400">
                <a:solidFill>
                  <a:srgbClr val="4F4F4F"/>
                </a:solidFill>
                <a:latin typeface="Arial Black"/>
                <a:cs typeface="Arial Black"/>
              </a:rPr>
              <a:t>Verify</a:t>
            </a:r>
            <a:r>
              <a:rPr dirty="0" sz="2700" spc="-19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455">
                <a:solidFill>
                  <a:srgbClr val="4D4D4D"/>
                </a:solidFill>
                <a:latin typeface="Arial Black"/>
                <a:cs typeface="Arial Black"/>
              </a:rPr>
              <a:t>Profiles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066" y="8525652"/>
            <a:ext cx="515937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50">
                <a:solidFill>
                  <a:srgbClr val="4B4B4B"/>
                </a:solidFill>
                <a:latin typeface="Arial Black"/>
                <a:cs typeface="Arial Black"/>
              </a:rPr>
              <a:t>Configure</a:t>
            </a:r>
            <a:r>
              <a:rPr dirty="0" sz="2700" spc="5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700" spc="-585">
                <a:solidFill>
                  <a:srgbClr val="494949"/>
                </a:solidFill>
                <a:latin typeface="Arial Black"/>
                <a:cs typeface="Arial Black"/>
              </a:rPr>
              <a:t>System</a:t>
            </a:r>
            <a:r>
              <a:rPr dirty="0" sz="2700" spc="-3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700" spc="-500">
                <a:solidFill>
                  <a:srgbClr val="4F4F4F"/>
                </a:solidFill>
                <a:latin typeface="Arial Black"/>
                <a:cs typeface="Arial Black"/>
              </a:rPr>
              <a:t>Modules</a:t>
            </a:r>
            <a:r>
              <a:rPr dirty="0" sz="2700" spc="-12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700" spc="-675">
                <a:solidFill>
                  <a:srgbClr val="3A5675"/>
                </a:solidFill>
                <a:latin typeface="Arial Black"/>
                <a:cs typeface="Arial Black"/>
              </a:rPr>
              <a:t>&amp;</a:t>
            </a:r>
            <a:r>
              <a:rPr dirty="0" sz="2700" spc="-280">
                <a:solidFill>
                  <a:srgbClr val="3A5675"/>
                </a:solidFill>
                <a:latin typeface="Arial Black"/>
                <a:cs typeface="Arial Black"/>
              </a:rPr>
              <a:t> </a:t>
            </a:r>
            <a:r>
              <a:rPr dirty="0" sz="2700" spc="-465">
                <a:solidFill>
                  <a:srgbClr val="464F60"/>
                </a:solidFill>
                <a:latin typeface="Arial Black"/>
                <a:cs typeface="Arial Black"/>
              </a:rPr>
              <a:t>DB</a:t>
            </a:r>
            <a:r>
              <a:rPr dirty="0" sz="2700" spc="-210">
                <a:solidFill>
                  <a:srgbClr val="464F60"/>
                </a:solidFill>
                <a:latin typeface="Arial Black"/>
                <a:cs typeface="Arial Black"/>
              </a:rPr>
              <a:t> </a:t>
            </a:r>
            <a:r>
              <a:rPr dirty="0" sz="2700" spc="-615">
                <a:solidFill>
                  <a:srgbClr val="505050"/>
                </a:solidFill>
                <a:latin typeface="Arial Black"/>
                <a:cs typeface="Arial Black"/>
              </a:rPr>
              <a:t>Keys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63377" y="7110119"/>
            <a:ext cx="343535" cy="1941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-330">
                <a:solidFill>
                  <a:srgbClr val="EB444B"/>
                </a:solidFill>
                <a:latin typeface="Courier New"/>
                <a:cs typeface="Courier New"/>
              </a:rPr>
              <a:t>0</a:t>
            </a:r>
            <a:endParaRPr sz="4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4"/>
              </a:spcBef>
            </a:pPr>
            <a:r>
              <a:rPr dirty="0" sz="4600" spc="-330">
                <a:solidFill>
                  <a:srgbClr val="E44944"/>
                </a:solidFill>
                <a:latin typeface="Courier New"/>
                <a:cs typeface="Courier New"/>
              </a:rPr>
              <a:t>0</a:t>
            </a:r>
            <a:endParaRPr sz="4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53293" y="5900732"/>
            <a:ext cx="343535" cy="732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-330">
                <a:solidFill>
                  <a:srgbClr val="F04249"/>
                </a:solidFill>
                <a:latin typeface="Courier New"/>
                <a:cs typeface="Courier New"/>
              </a:rPr>
              <a:t>0</a:t>
            </a:r>
            <a:endParaRPr sz="4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66562" y="8450393"/>
            <a:ext cx="30099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80">
                <a:solidFill>
                  <a:srgbClr val="E44B3D"/>
                </a:solidFill>
                <a:latin typeface="Arial Black"/>
                <a:cs typeface="Arial Black"/>
              </a:rPr>
              <a:t>0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23324" y="5900732"/>
            <a:ext cx="343535" cy="732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-330">
                <a:solidFill>
                  <a:srgbClr val="F44144"/>
                </a:solidFill>
                <a:latin typeface="Courier New"/>
                <a:cs typeface="Courier New"/>
              </a:rPr>
              <a:t>0</a:t>
            </a:r>
            <a:endParaRPr sz="4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009" rIns="0" bIns="0" rtlCol="0" vert="horz">
            <a:spAutoFit/>
          </a:bodyPr>
          <a:lstStyle/>
          <a:p>
            <a:pPr marL="526415">
              <a:lnSpc>
                <a:spcPct val="100000"/>
              </a:lnSpc>
              <a:spcBef>
                <a:spcPts val="140"/>
              </a:spcBef>
            </a:pPr>
            <a:r>
              <a:rPr dirty="0" spc="-740">
                <a:solidFill>
                  <a:srgbClr val="0F2A59"/>
                </a:solidFill>
              </a:rPr>
              <a:t>Technology</a:t>
            </a:r>
            <a:r>
              <a:rPr dirty="0" spc="-180">
                <a:solidFill>
                  <a:srgbClr val="0F2A59"/>
                </a:solidFill>
              </a:rPr>
              <a:t> </a:t>
            </a:r>
            <a:r>
              <a:rPr dirty="0" spc="-855">
                <a:solidFill>
                  <a:srgbClr val="0C2B59"/>
                </a:solidFill>
              </a:rPr>
              <a:t>Stock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34223" y="3886395"/>
            <a:ext cx="7929245" cy="4973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1098550" indent="-2540">
              <a:lnSpc>
                <a:spcPct val="107500"/>
              </a:lnSpc>
              <a:spcBef>
                <a:spcPts val="95"/>
              </a:spcBef>
            </a:pPr>
            <a:r>
              <a:rPr dirty="0" sz="2300" spc="-415">
                <a:solidFill>
                  <a:srgbClr val="444444"/>
                </a:solidFill>
                <a:latin typeface="Arial Black"/>
                <a:cs typeface="Arial Black"/>
              </a:rPr>
              <a:t>Frontend</a:t>
            </a:r>
            <a:r>
              <a:rPr dirty="0" sz="2300" spc="-14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300" spc="-434">
                <a:solidFill>
                  <a:srgbClr val="464646"/>
                </a:solidFill>
                <a:latin typeface="Arial Black"/>
                <a:cs typeface="Arial Black"/>
              </a:rPr>
              <a:t>Hub:</a:t>
            </a:r>
            <a:r>
              <a:rPr dirty="0" sz="2300" spc="-17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540">
                <a:solidFill>
                  <a:srgbClr val="464646"/>
                </a:solidFill>
                <a:latin typeface="Arial Black"/>
                <a:cs typeface="Arial Black"/>
              </a:rPr>
              <a:t>Powered</a:t>
            </a:r>
            <a:r>
              <a:rPr dirty="0" sz="2300" spc="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505">
                <a:solidFill>
                  <a:srgbClr val="576E95"/>
                </a:solidFill>
                <a:latin typeface="Arial Black"/>
                <a:cs typeface="Arial Black"/>
              </a:rPr>
              <a:t>by</a:t>
            </a:r>
            <a:r>
              <a:rPr dirty="0" sz="2300" spc="-280">
                <a:solidFill>
                  <a:srgbClr val="576E95"/>
                </a:solidFill>
                <a:latin typeface="Arial Black"/>
                <a:cs typeface="Arial Black"/>
              </a:rPr>
              <a:t> </a:t>
            </a:r>
            <a:r>
              <a:rPr dirty="0" sz="2300" spc="-535">
                <a:solidFill>
                  <a:srgbClr val="424242"/>
                </a:solidFill>
                <a:latin typeface="Arial Black"/>
                <a:cs typeface="Arial Black"/>
              </a:rPr>
              <a:t>React.js</a:t>
            </a:r>
            <a:r>
              <a:rPr dirty="0" sz="2300" spc="6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300" spc="-385">
                <a:solidFill>
                  <a:srgbClr val="3B3B3B"/>
                </a:solidFill>
                <a:latin typeface="Arial Black"/>
                <a:cs typeface="Arial Black"/>
              </a:rPr>
              <a:t>for</a:t>
            </a:r>
            <a:r>
              <a:rPr dirty="0" sz="2300" spc="-31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2300" spc="-490">
                <a:solidFill>
                  <a:srgbClr val="677997"/>
                </a:solidFill>
                <a:latin typeface="Arial Black"/>
                <a:cs typeface="Arial Black"/>
              </a:rPr>
              <a:t>modular</a:t>
            </a:r>
            <a:r>
              <a:rPr dirty="0" sz="2300" spc="-55">
                <a:solidFill>
                  <a:srgbClr val="677997"/>
                </a:solidFill>
                <a:latin typeface="Arial Black"/>
                <a:cs typeface="Arial Black"/>
              </a:rPr>
              <a:t> </a:t>
            </a:r>
            <a:r>
              <a:rPr dirty="0" sz="2300" spc="-560">
                <a:solidFill>
                  <a:srgbClr val="494949"/>
                </a:solidFill>
                <a:latin typeface="Arial Black"/>
                <a:cs typeface="Arial Black"/>
              </a:rPr>
              <a:t>and</a:t>
            </a:r>
            <a:r>
              <a:rPr dirty="0" sz="2300" spc="-2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300" spc="-495">
                <a:solidFill>
                  <a:srgbClr val="444444"/>
                </a:solidFill>
                <a:latin typeface="Arial Black"/>
                <a:cs typeface="Arial Black"/>
              </a:rPr>
              <a:t>responsive </a:t>
            </a:r>
            <a:r>
              <a:rPr dirty="0" sz="2300" spc="-480">
                <a:solidFill>
                  <a:srgbClr val="464646"/>
                </a:solidFill>
                <a:latin typeface="Arial Black"/>
                <a:cs typeface="Arial Black"/>
              </a:rPr>
              <a:t>interfaces.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300">
              <a:latin typeface="Arial Black"/>
              <a:cs typeface="Arial Black"/>
            </a:endParaRPr>
          </a:p>
          <a:p>
            <a:pPr marL="26034" marR="79375" indent="-13970">
              <a:lnSpc>
                <a:spcPct val="107500"/>
              </a:lnSpc>
            </a:pPr>
            <a:r>
              <a:rPr dirty="0" sz="2300" spc="-525">
                <a:solidFill>
                  <a:srgbClr val="494949"/>
                </a:solidFill>
                <a:latin typeface="Arial Black"/>
                <a:cs typeface="Arial Black"/>
              </a:rPr>
              <a:t>Backend</a:t>
            </a:r>
            <a:r>
              <a:rPr dirty="0" sz="2300" spc="-10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300" spc="-430">
                <a:solidFill>
                  <a:srgbClr val="464646"/>
                </a:solidFill>
                <a:latin typeface="Arial Black"/>
                <a:cs typeface="Arial Black"/>
              </a:rPr>
              <a:t>Services:</a:t>
            </a:r>
            <a:r>
              <a:rPr dirty="0" sz="2300" spc="-3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420">
                <a:solidFill>
                  <a:srgbClr val="464646"/>
                </a:solidFill>
                <a:latin typeface="Arial Black"/>
                <a:cs typeface="Arial Black"/>
              </a:rPr>
              <a:t>Built</a:t>
            </a:r>
            <a:r>
              <a:rPr dirty="0" sz="2300" spc="-17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465">
                <a:solidFill>
                  <a:srgbClr val="4B4B4B"/>
                </a:solidFill>
                <a:latin typeface="Arial Black"/>
                <a:cs typeface="Arial Black"/>
              </a:rPr>
              <a:t>using</a:t>
            </a:r>
            <a:r>
              <a:rPr dirty="0" sz="2300" spc="-29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2300" spc="-495">
                <a:solidFill>
                  <a:srgbClr val="484848"/>
                </a:solidFill>
                <a:latin typeface="Arial Black"/>
                <a:cs typeface="Arial Black"/>
              </a:rPr>
              <a:t>Node.js</a:t>
            </a:r>
            <a:r>
              <a:rPr dirty="0" sz="2300" spc="-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300" spc="-560">
                <a:solidFill>
                  <a:srgbClr val="506274"/>
                </a:solidFill>
                <a:latin typeface="Arial Black"/>
                <a:cs typeface="Arial Black"/>
              </a:rPr>
              <a:t>and</a:t>
            </a:r>
            <a:r>
              <a:rPr dirty="0" sz="2300" spc="-155">
                <a:solidFill>
                  <a:srgbClr val="506274"/>
                </a:solidFill>
                <a:latin typeface="Arial Black"/>
                <a:cs typeface="Arial Black"/>
              </a:rPr>
              <a:t> </a:t>
            </a:r>
            <a:r>
              <a:rPr dirty="0" sz="2300" spc="-555">
                <a:solidFill>
                  <a:srgbClr val="3F3F3F"/>
                </a:solidFill>
                <a:latin typeface="Arial Black"/>
                <a:cs typeface="Arial Black"/>
              </a:rPr>
              <a:t>Express</a:t>
            </a:r>
            <a:r>
              <a:rPr dirty="0" sz="2300" spc="3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300" spc="-385">
                <a:solidFill>
                  <a:srgbClr val="525252"/>
                </a:solidFill>
                <a:latin typeface="Arial Black"/>
                <a:cs typeface="Arial Black"/>
              </a:rPr>
              <a:t>for</a:t>
            </a:r>
            <a:r>
              <a:rPr dirty="0" sz="2300" spc="-300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2300" spc="-390">
                <a:solidFill>
                  <a:srgbClr val="464646"/>
                </a:solidFill>
                <a:latin typeface="Arial Black"/>
                <a:cs typeface="Arial Black"/>
              </a:rPr>
              <a:t>high-</a:t>
            </a:r>
            <a:r>
              <a:rPr dirty="0" sz="2300" spc="-470">
                <a:solidFill>
                  <a:srgbClr val="464646"/>
                </a:solidFill>
                <a:latin typeface="Arial Black"/>
                <a:cs typeface="Arial Black"/>
              </a:rPr>
              <a:t>performance </a:t>
            </a:r>
            <a:r>
              <a:rPr dirty="0" sz="2300" spc="-470">
                <a:solidFill>
                  <a:srgbClr val="4F4F4F"/>
                </a:solidFill>
                <a:latin typeface="Arial Black"/>
                <a:cs typeface="Arial Black"/>
              </a:rPr>
              <a:t>API</a:t>
            </a:r>
            <a:r>
              <a:rPr dirty="0" sz="2300" spc="-23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2300" spc="-425">
                <a:solidFill>
                  <a:srgbClr val="424242"/>
                </a:solidFill>
                <a:latin typeface="Arial Black"/>
                <a:cs typeface="Arial Black"/>
              </a:rPr>
              <a:t>routing.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2300">
              <a:latin typeface="Arial Black"/>
              <a:cs typeface="Arial Black"/>
            </a:endParaRPr>
          </a:p>
          <a:p>
            <a:pPr marL="19685" marR="226695" indent="-7620">
              <a:lnSpc>
                <a:spcPct val="107500"/>
              </a:lnSpc>
            </a:pPr>
            <a:r>
              <a:rPr dirty="0" sz="2300" spc="-390">
                <a:solidFill>
                  <a:srgbClr val="3F3F3F"/>
                </a:solidFill>
                <a:latin typeface="Arial Black"/>
                <a:cs typeface="Arial Black"/>
              </a:rPr>
              <a:t>Unified</a:t>
            </a:r>
            <a:r>
              <a:rPr dirty="0" sz="2300" spc="-14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300" spc="-470">
                <a:solidFill>
                  <a:srgbClr val="384964"/>
                </a:solidFill>
                <a:latin typeface="Arial Black"/>
                <a:cs typeface="Arial Black"/>
              </a:rPr>
              <a:t>DB</a:t>
            </a:r>
            <a:r>
              <a:rPr dirty="0" sz="2300" spc="-335">
                <a:solidFill>
                  <a:srgbClr val="384964"/>
                </a:solidFill>
                <a:latin typeface="Arial Black"/>
                <a:cs typeface="Arial Black"/>
              </a:rPr>
              <a:t> </a:t>
            </a:r>
            <a:r>
              <a:rPr dirty="0" sz="2300" spc="-405">
                <a:solidFill>
                  <a:srgbClr val="424242"/>
                </a:solidFill>
                <a:latin typeface="Arial Black"/>
                <a:cs typeface="Arial Black"/>
              </a:rPr>
              <a:t>Layer:</a:t>
            </a:r>
            <a:r>
              <a:rPr dirty="0" sz="2300" spc="-17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300" spc="-495">
                <a:solidFill>
                  <a:srgbClr val="3F3F3F"/>
                </a:solidFill>
                <a:latin typeface="Arial Black"/>
                <a:cs typeface="Arial Black"/>
              </a:rPr>
              <a:t>PostgreSQL</a:t>
            </a:r>
            <a:r>
              <a:rPr dirty="0" sz="2300" spc="-16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300" spc="-545">
                <a:solidFill>
                  <a:srgbClr val="505050"/>
                </a:solidFill>
                <a:latin typeface="Arial Black"/>
                <a:cs typeface="Arial Black"/>
              </a:rPr>
              <a:t>combined</a:t>
            </a:r>
            <a:r>
              <a:rPr dirty="0" sz="2300" spc="75">
                <a:solidFill>
                  <a:srgbClr val="505050"/>
                </a:solidFill>
                <a:latin typeface="Arial Black"/>
                <a:cs typeface="Arial Black"/>
              </a:rPr>
              <a:t> </a:t>
            </a:r>
            <a:r>
              <a:rPr dirty="0" sz="2300" spc="-475">
                <a:solidFill>
                  <a:srgbClr val="4D4D4D"/>
                </a:solidFill>
                <a:latin typeface="Arial Black"/>
                <a:cs typeface="Arial Black"/>
              </a:rPr>
              <a:t>with</a:t>
            </a:r>
            <a:r>
              <a:rPr dirty="0" sz="2300" spc="-220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300" spc="-740">
                <a:solidFill>
                  <a:srgbClr val="5D627C"/>
                </a:solidFill>
                <a:latin typeface="Arial Black"/>
                <a:cs typeface="Arial Black"/>
              </a:rPr>
              <a:t>a</a:t>
            </a:r>
            <a:r>
              <a:rPr dirty="0" sz="2300" spc="-265">
                <a:solidFill>
                  <a:srgbClr val="5D627C"/>
                </a:solidFill>
                <a:latin typeface="Arial Black"/>
                <a:cs typeface="Arial Black"/>
              </a:rPr>
              <a:t> </a:t>
            </a:r>
            <a:r>
              <a:rPr dirty="0" sz="2300" spc="-545">
                <a:solidFill>
                  <a:srgbClr val="494949"/>
                </a:solidFill>
                <a:latin typeface="Arial Black"/>
                <a:cs typeface="Arial Black"/>
              </a:rPr>
              <a:t>custom</a:t>
            </a:r>
            <a:r>
              <a:rPr dirty="0" sz="2300" spc="-16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300" spc="-450">
                <a:solidFill>
                  <a:srgbClr val="464646"/>
                </a:solidFill>
                <a:latin typeface="Arial Black"/>
                <a:cs typeface="Arial Black"/>
              </a:rPr>
              <a:t>Central</a:t>
            </a:r>
            <a:r>
              <a:rPr dirty="0" sz="2300" spc="-3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475">
                <a:solidFill>
                  <a:srgbClr val="464646"/>
                </a:solidFill>
                <a:latin typeface="Arial Black"/>
                <a:cs typeface="Arial Black"/>
              </a:rPr>
              <a:t>Alumni </a:t>
            </a:r>
            <a:r>
              <a:rPr dirty="0" sz="2300" spc="-515">
                <a:solidFill>
                  <a:srgbClr val="494949"/>
                </a:solidFill>
                <a:latin typeface="Arial Black"/>
                <a:cs typeface="Arial Black"/>
              </a:rPr>
              <a:t>Database</a:t>
            </a:r>
            <a:r>
              <a:rPr dirty="0" sz="2300" spc="-8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300" spc="-585">
                <a:solidFill>
                  <a:srgbClr val="444444"/>
                </a:solidFill>
                <a:latin typeface="Arial Black"/>
                <a:cs typeface="Arial Black"/>
              </a:rPr>
              <a:t>System</a:t>
            </a:r>
            <a:r>
              <a:rPr dirty="0" sz="2300" spc="-125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2300" spc="-665">
                <a:solidFill>
                  <a:srgbClr val="414141"/>
                </a:solidFill>
                <a:latin typeface="Arial Black"/>
                <a:cs typeface="Arial Black"/>
              </a:rPr>
              <a:t>as</a:t>
            </a:r>
            <a:r>
              <a:rPr dirty="0" sz="2300" spc="-150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2300" spc="-740">
                <a:solidFill>
                  <a:srgbClr val="54677B"/>
                </a:solidFill>
                <a:latin typeface="Arial Black"/>
                <a:cs typeface="Arial Black"/>
              </a:rPr>
              <a:t>a</a:t>
            </a:r>
            <a:r>
              <a:rPr dirty="0" sz="2300" spc="-235">
                <a:solidFill>
                  <a:srgbClr val="54677B"/>
                </a:solidFill>
                <a:latin typeface="Arial Black"/>
                <a:cs typeface="Arial Black"/>
              </a:rPr>
              <a:t> </a:t>
            </a:r>
            <a:r>
              <a:rPr dirty="0" sz="2300" spc="-470">
                <a:solidFill>
                  <a:srgbClr val="494949"/>
                </a:solidFill>
                <a:latin typeface="Arial Black"/>
                <a:cs typeface="Arial Black"/>
              </a:rPr>
              <a:t>single</a:t>
            </a:r>
            <a:r>
              <a:rPr dirty="0" sz="2300" spc="-240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300" spc="-415">
                <a:solidFill>
                  <a:srgbClr val="464646"/>
                </a:solidFill>
                <a:latin typeface="Arial Black"/>
                <a:cs typeface="Arial Black"/>
              </a:rPr>
              <a:t>point</a:t>
            </a:r>
            <a:r>
              <a:rPr dirty="0" sz="2300" spc="-185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300" spc="-405">
                <a:solidFill>
                  <a:srgbClr val="3D4B5B"/>
                </a:solidFill>
                <a:latin typeface="Arial Black"/>
                <a:cs typeface="Arial Black"/>
              </a:rPr>
              <a:t>of</a:t>
            </a:r>
            <a:r>
              <a:rPr dirty="0" sz="2300" spc="-305">
                <a:solidFill>
                  <a:srgbClr val="3D4B5B"/>
                </a:solidFill>
                <a:latin typeface="Arial Black"/>
                <a:cs typeface="Arial Black"/>
              </a:rPr>
              <a:t> </a:t>
            </a:r>
            <a:r>
              <a:rPr dirty="0" sz="2300" spc="-425">
                <a:solidFill>
                  <a:srgbClr val="494949"/>
                </a:solidFill>
                <a:latin typeface="Arial Black"/>
                <a:cs typeface="Arial Black"/>
              </a:rPr>
              <a:t>integration.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300">
              <a:latin typeface="Arial Black"/>
              <a:cs typeface="Arial Black"/>
            </a:endParaRPr>
          </a:p>
          <a:p>
            <a:pPr marL="24130" marR="5080" indent="-5080">
              <a:lnSpc>
                <a:spcPct val="107500"/>
              </a:lnSpc>
            </a:pPr>
            <a:r>
              <a:rPr dirty="0" sz="2300" spc="-430">
                <a:solidFill>
                  <a:srgbClr val="424242"/>
                </a:solidFill>
                <a:latin typeface="Arial Black"/>
                <a:cs typeface="Arial Black"/>
              </a:rPr>
              <a:t>Real-</a:t>
            </a:r>
            <a:r>
              <a:rPr dirty="0" sz="2300" spc="-525">
                <a:solidFill>
                  <a:srgbClr val="424242"/>
                </a:solidFill>
                <a:latin typeface="Arial Black"/>
                <a:cs typeface="Arial Black"/>
              </a:rPr>
              <a:t>Time</a:t>
            </a:r>
            <a:r>
              <a:rPr dirty="0" sz="2300" spc="-3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2300" spc="-490">
                <a:solidFill>
                  <a:srgbClr val="3F3F3F"/>
                </a:solidFill>
                <a:latin typeface="Arial Black"/>
                <a:cs typeface="Arial Black"/>
              </a:rPr>
              <a:t>Systems:</a:t>
            </a:r>
            <a:r>
              <a:rPr dirty="0" sz="2300" spc="-2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300" spc="-555">
                <a:solidFill>
                  <a:srgbClr val="4D4D4D"/>
                </a:solidFill>
                <a:latin typeface="Arial Black"/>
                <a:cs typeface="Arial Black"/>
              </a:rPr>
              <a:t>WebSockets</a:t>
            </a:r>
            <a:r>
              <a:rPr dirty="0" sz="2300" spc="-2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300" spc="-484">
                <a:solidFill>
                  <a:srgbClr val="7090A5"/>
                </a:solidFill>
                <a:latin typeface="Arial Black"/>
                <a:cs typeface="Arial Black"/>
              </a:rPr>
              <a:t>powering</a:t>
            </a:r>
            <a:r>
              <a:rPr dirty="0" sz="2300" spc="-200">
                <a:solidFill>
                  <a:srgbClr val="7090A5"/>
                </a:solidFill>
                <a:latin typeface="Arial Black"/>
                <a:cs typeface="Arial Black"/>
              </a:rPr>
              <a:t> </a:t>
            </a:r>
            <a:r>
              <a:rPr dirty="0" sz="2300" spc="-455">
                <a:solidFill>
                  <a:srgbClr val="484848"/>
                </a:solidFill>
                <a:latin typeface="Arial Black"/>
                <a:cs typeface="Arial Black"/>
              </a:rPr>
              <a:t>interactive</a:t>
            </a:r>
            <a:r>
              <a:rPr dirty="0" sz="2300" spc="-15">
                <a:solidFill>
                  <a:srgbClr val="484848"/>
                </a:solidFill>
                <a:latin typeface="Arial Black"/>
                <a:cs typeface="Arial Black"/>
              </a:rPr>
              <a:t> </a:t>
            </a:r>
            <a:r>
              <a:rPr dirty="0" sz="2300" spc="-550">
                <a:solidFill>
                  <a:srgbClr val="4D4D4D"/>
                </a:solidFill>
                <a:latin typeface="Arial Black"/>
                <a:cs typeface="Arial Black"/>
              </a:rPr>
              <a:t>messaging</a:t>
            </a:r>
            <a:r>
              <a:rPr dirty="0" sz="2300" spc="-145">
                <a:solidFill>
                  <a:srgbClr val="4D4D4D"/>
                </a:solidFill>
                <a:latin typeface="Arial Black"/>
                <a:cs typeface="Arial Black"/>
              </a:rPr>
              <a:t> </a:t>
            </a:r>
            <a:r>
              <a:rPr dirty="0" sz="2300" spc="-560">
                <a:solidFill>
                  <a:srgbClr val="4B5979"/>
                </a:solidFill>
                <a:latin typeface="Arial Black"/>
                <a:cs typeface="Arial Black"/>
              </a:rPr>
              <a:t>and</a:t>
            </a:r>
            <a:r>
              <a:rPr dirty="0" sz="2300" spc="-140">
                <a:solidFill>
                  <a:srgbClr val="4B5979"/>
                </a:solidFill>
                <a:latin typeface="Arial Black"/>
                <a:cs typeface="Arial Black"/>
              </a:rPr>
              <a:t> </a:t>
            </a:r>
            <a:r>
              <a:rPr dirty="0" sz="2300" spc="-450">
                <a:solidFill>
                  <a:srgbClr val="365974"/>
                </a:solidFill>
                <a:latin typeface="Arial Black"/>
                <a:cs typeface="Arial Black"/>
              </a:rPr>
              <a:t>live </a:t>
            </a:r>
            <a:r>
              <a:rPr dirty="0" sz="2300" spc="-430">
                <a:solidFill>
                  <a:srgbClr val="596790"/>
                </a:solidFill>
                <a:latin typeface="Arial Black"/>
                <a:cs typeface="Arial Black"/>
              </a:rPr>
              <a:t>notification</a:t>
            </a:r>
            <a:r>
              <a:rPr dirty="0" sz="2300" spc="40">
                <a:solidFill>
                  <a:srgbClr val="596790"/>
                </a:solidFill>
                <a:latin typeface="Arial Black"/>
                <a:cs typeface="Arial Black"/>
              </a:rPr>
              <a:t> </a:t>
            </a:r>
            <a:r>
              <a:rPr dirty="0" sz="2300" spc="-465">
                <a:solidFill>
                  <a:srgbClr val="464646"/>
                </a:solidFill>
                <a:latin typeface="Arial Black"/>
                <a:cs typeface="Arial Black"/>
              </a:rPr>
              <a:t>threads.</a:t>
            </a:r>
            <a:endParaRPr sz="2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0467" y="820389"/>
            <a:ext cx="5647690" cy="948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6528" sz="9075" spc="-1800">
                <a:solidFill>
                  <a:srgbClr val="FFBF00"/>
                </a:solidFill>
                <a:latin typeface="Arial Black"/>
                <a:cs typeface="Arial Black"/>
              </a:rPr>
              <a:t>I</a:t>
            </a:r>
            <a:r>
              <a:rPr dirty="0" baseline="-16528" sz="9075" spc="540">
                <a:solidFill>
                  <a:srgbClr val="FFBF00"/>
                </a:solidFill>
                <a:latin typeface="Arial Black"/>
                <a:cs typeface="Arial Black"/>
              </a:rPr>
              <a:t> </a:t>
            </a:r>
            <a:r>
              <a:rPr dirty="0" sz="6050" spc="-1220">
                <a:solidFill>
                  <a:srgbClr val="0A2D56"/>
                </a:solidFill>
                <a:latin typeface="Arial Black"/>
                <a:cs typeface="Arial Black"/>
              </a:rPr>
              <a:t>Expected</a:t>
            </a:r>
            <a:r>
              <a:rPr dirty="0" sz="6050" spc="-380">
                <a:solidFill>
                  <a:srgbClr val="0A2D56"/>
                </a:solidFill>
                <a:latin typeface="Arial Black"/>
                <a:cs typeface="Arial Black"/>
              </a:rPr>
              <a:t> </a:t>
            </a:r>
            <a:r>
              <a:rPr dirty="0" sz="6050" spc="-1025">
                <a:solidFill>
                  <a:srgbClr val="0A2D5B"/>
                </a:solidFill>
                <a:latin typeface="Arial Black"/>
                <a:cs typeface="Arial Black"/>
              </a:rPr>
              <a:t>Impact</a:t>
            </a:r>
            <a:endParaRPr sz="605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1156" y="4525119"/>
            <a:ext cx="1889125" cy="771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8580" algn="l"/>
              </a:tabLst>
            </a:pPr>
            <a:r>
              <a:rPr dirty="0" sz="4900" spc="-900">
                <a:solidFill>
                  <a:srgbClr val="4DA8DD"/>
                </a:solidFill>
                <a:latin typeface="Arial Black"/>
                <a:cs typeface="Arial Black"/>
              </a:rPr>
              <a:t>0</a:t>
            </a:r>
            <a:r>
              <a:rPr dirty="0" sz="4900">
                <a:solidFill>
                  <a:srgbClr val="4DA8DD"/>
                </a:solidFill>
                <a:latin typeface="Arial Black"/>
                <a:cs typeface="Arial Black"/>
              </a:rPr>
              <a:t>	</a:t>
            </a:r>
            <a:r>
              <a:rPr dirty="0" sz="4900" spc="-770">
                <a:solidFill>
                  <a:srgbClr val="4DA8DD"/>
                </a:solidFill>
                <a:latin typeface="Arial Black"/>
                <a:cs typeface="Arial Black"/>
              </a:rPr>
              <a:t>0”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2746" y="4540826"/>
            <a:ext cx="332740" cy="771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-900">
                <a:solidFill>
                  <a:srgbClr val="4DA8DD"/>
                </a:solidFill>
                <a:latin typeface="Arial Black"/>
                <a:cs typeface="Arial Black"/>
              </a:rPr>
              <a:t>o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5157" y="4116755"/>
            <a:ext cx="8990965" cy="771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350" spc="-590">
                <a:solidFill>
                  <a:srgbClr val="0E2F5D"/>
                </a:solidFill>
                <a:latin typeface="Arial Black"/>
                <a:cs typeface="Arial Black"/>
              </a:rPr>
              <a:t>A</a:t>
            </a:r>
            <a:r>
              <a:rPr dirty="0" sz="4900" spc="-600">
                <a:solidFill>
                  <a:srgbClr val="0E2F5D"/>
                </a:solidFill>
                <a:latin typeface="Arial Black"/>
                <a:cs typeface="Arial Black"/>
              </a:rPr>
              <a:t>utoma</a:t>
            </a:r>
            <a:r>
              <a:rPr dirty="0" sz="4900" spc="-1635">
                <a:solidFill>
                  <a:srgbClr val="0E2F5D"/>
                </a:solidFill>
                <a:latin typeface="Arial Black"/>
                <a:cs typeface="Arial Black"/>
              </a:rPr>
              <a:t>t</a:t>
            </a:r>
            <a:r>
              <a:rPr dirty="0" sz="4900" spc="-3485">
                <a:solidFill>
                  <a:srgbClr val="1A3464"/>
                </a:solidFill>
                <a:latin typeface="Arial Black"/>
                <a:cs typeface="Arial Black"/>
              </a:rPr>
              <a:t>&amp;</a:t>
            </a:r>
            <a:r>
              <a:rPr dirty="0" sz="4900" spc="-600">
                <a:solidFill>
                  <a:srgbClr val="0E2F5D"/>
                </a:solidFill>
                <a:latin typeface="Arial Black"/>
                <a:cs typeface="Arial Black"/>
              </a:rPr>
              <a:t>i</a:t>
            </a:r>
            <a:r>
              <a:rPr dirty="0" sz="4900" spc="-2890">
                <a:solidFill>
                  <a:srgbClr val="0E2F5D"/>
                </a:solidFill>
                <a:latin typeface="Arial Black"/>
                <a:cs typeface="Arial Black"/>
              </a:rPr>
              <a:t>o</a:t>
            </a:r>
            <a:r>
              <a:rPr dirty="0" sz="4900" spc="-600">
                <a:solidFill>
                  <a:srgbClr val="0C2A59"/>
                </a:solidFill>
                <a:latin typeface="Arial Black"/>
                <a:cs typeface="Arial Black"/>
              </a:rPr>
              <a:t>P</a:t>
            </a:r>
            <a:r>
              <a:rPr dirty="0" sz="4900" spc="-3600">
                <a:solidFill>
                  <a:srgbClr val="0C2A59"/>
                </a:solidFill>
                <a:latin typeface="Arial Black"/>
                <a:cs typeface="Arial Black"/>
              </a:rPr>
              <a:t>a</a:t>
            </a:r>
            <a:r>
              <a:rPr dirty="0" sz="4900" spc="-2045">
                <a:solidFill>
                  <a:srgbClr val="0E2F5D"/>
                </a:solidFill>
                <a:latin typeface="Arial Black"/>
                <a:cs typeface="Arial Black"/>
              </a:rPr>
              <a:t>n</a:t>
            </a:r>
            <a:r>
              <a:rPr dirty="0" sz="4900" spc="-600">
                <a:solidFill>
                  <a:srgbClr val="0C2A59"/>
                </a:solidFill>
                <a:latin typeface="Arial Black"/>
                <a:cs typeface="Arial Black"/>
              </a:rPr>
              <a:t>perles</a:t>
            </a:r>
            <a:r>
              <a:rPr dirty="0" sz="4900" spc="-590">
                <a:solidFill>
                  <a:srgbClr val="0C2A59"/>
                </a:solidFill>
                <a:latin typeface="Arial Black"/>
                <a:cs typeface="Arial Black"/>
              </a:rPr>
              <a:t>s</a:t>
            </a:r>
            <a:r>
              <a:rPr dirty="0" sz="4900" spc="-170">
                <a:solidFill>
                  <a:srgbClr val="0C2A59"/>
                </a:solidFill>
                <a:latin typeface="Arial Black"/>
                <a:cs typeface="Arial Black"/>
              </a:rPr>
              <a:t> </a:t>
            </a:r>
            <a:r>
              <a:rPr dirty="0" sz="4900" spc="-975">
                <a:solidFill>
                  <a:srgbClr val="082F59"/>
                </a:solidFill>
                <a:latin typeface="Arial Black"/>
                <a:cs typeface="Arial Black"/>
              </a:rPr>
              <a:t>Digital</a:t>
            </a:r>
            <a:r>
              <a:rPr dirty="0" sz="4900" spc="-365">
                <a:solidFill>
                  <a:srgbClr val="082F59"/>
                </a:solidFill>
                <a:latin typeface="Arial Black"/>
                <a:cs typeface="Arial Black"/>
              </a:rPr>
              <a:t> </a:t>
            </a:r>
            <a:r>
              <a:rPr dirty="0" sz="4900" spc="-1170">
                <a:solidFill>
                  <a:srgbClr val="08244D"/>
                </a:solidFill>
                <a:latin typeface="Arial Black"/>
                <a:cs typeface="Arial Black"/>
              </a:rPr>
              <a:t>Workflows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3644" y="6559743"/>
            <a:ext cx="5107940" cy="19443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11430">
              <a:lnSpc>
                <a:spcPct val="100000"/>
              </a:lnSpc>
              <a:spcBef>
                <a:spcPts val="110"/>
              </a:spcBef>
            </a:pPr>
            <a:r>
              <a:rPr dirty="0" sz="6300" spc="-1335">
                <a:solidFill>
                  <a:srgbClr val="1C3460"/>
                </a:solidFill>
                <a:latin typeface="Arial Black"/>
                <a:cs typeface="Arial Black"/>
              </a:rPr>
              <a:t>85•7‹</a:t>
            </a:r>
            <a:endParaRPr sz="6300">
              <a:latin typeface="Arial Black"/>
              <a:cs typeface="Arial Black"/>
            </a:endParaRPr>
          </a:p>
          <a:p>
            <a:pPr algn="ctr" marR="19050">
              <a:lnSpc>
                <a:spcPct val="100000"/>
              </a:lnSpc>
              <a:spcBef>
                <a:spcPts val="1760"/>
              </a:spcBef>
            </a:pPr>
            <a:r>
              <a:rPr dirty="0" sz="2300" spc="-480">
                <a:solidFill>
                  <a:srgbClr val="0A2F54"/>
                </a:solidFill>
                <a:latin typeface="Arial Black"/>
                <a:cs typeface="Arial Black"/>
              </a:rPr>
              <a:t>Request</a:t>
            </a:r>
            <a:r>
              <a:rPr dirty="0" sz="2300" spc="-190">
                <a:solidFill>
                  <a:srgbClr val="0A2F54"/>
                </a:solidFill>
                <a:latin typeface="Arial Black"/>
                <a:cs typeface="Arial Black"/>
              </a:rPr>
              <a:t> </a:t>
            </a:r>
            <a:r>
              <a:rPr dirty="0" sz="2300" spc="-434">
                <a:solidFill>
                  <a:srgbClr val="1C4D79"/>
                </a:solidFill>
                <a:latin typeface="Arial Black"/>
                <a:cs typeface="Arial Black"/>
              </a:rPr>
              <a:t>Acceleration</a:t>
            </a:r>
            <a:endParaRPr sz="23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sz="1900" spc="-335">
                <a:solidFill>
                  <a:srgbClr val="424242"/>
                </a:solidFill>
                <a:latin typeface="Arial Black"/>
                <a:cs typeface="Arial Black"/>
              </a:rPr>
              <a:t>Reduction</a:t>
            </a:r>
            <a:r>
              <a:rPr dirty="0" sz="1900" spc="7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900" spc="-270">
                <a:solidFill>
                  <a:srgbClr val="4F4F4F"/>
                </a:solidFill>
                <a:latin typeface="Arial Black"/>
                <a:cs typeface="Arial Black"/>
              </a:rPr>
              <a:t>in</a:t>
            </a:r>
            <a:r>
              <a:rPr dirty="0" sz="1900" spc="-135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1900" spc="-355">
                <a:solidFill>
                  <a:srgbClr val="3F3F3F"/>
                </a:solidFill>
                <a:latin typeface="Arial Black"/>
                <a:cs typeface="Arial Black"/>
              </a:rPr>
              <a:t>document</a:t>
            </a:r>
            <a:r>
              <a:rPr dirty="0" sz="1900" spc="-1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900" spc="-335">
                <a:solidFill>
                  <a:srgbClr val="494949"/>
                </a:solidFill>
                <a:latin typeface="Arial Black"/>
                <a:cs typeface="Arial Black"/>
              </a:rPr>
              <a:t>processing</a:t>
            </a:r>
            <a:r>
              <a:rPr dirty="0" sz="1900" spc="-12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1900" spc="-280">
                <a:solidFill>
                  <a:srgbClr val="3F3F3F"/>
                </a:solidFill>
                <a:latin typeface="Arial Black"/>
                <a:cs typeface="Arial Black"/>
              </a:rPr>
              <a:t>turnaround</a:t>
            </a:r>
            <a:r>
              <a:rPr dirty="0" sz="1900" spc="-3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1900" spc="-310">
                <a:solidFill>
                  <a:srgbClr val="3B3B3B"/>
                </a:solidFill>
                <a:latin typeface="Arial Black"/>
                <a:cs typeface="Arial Black"/>
              </a:rPr>
              <a:t>time.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2576" y="6706990"/>
            <a:ext cx="5166995" cy="179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115">
              <a:lnSpc>
                <a:spcPct val="100000"/>
              </a:lnSpc>
              <a:spcBef>
                <a:spcPts val="100"/>
              </a:spcBef>
            </a:pPr>
            <a:r>
              <a:rPr dirty="0" sz="5150" spc="-985">
                <a:solidFill>
                  <a:srgbClr val="112A57"/>
                </a:solidFill>
                <a:latin typeface="Arial Black"/>
                <a:cs typeface="Arial Black"/>
              </a:rPr>
              <a:t>ÛX</a:t>
            </a:r>
            <a:endParaRPr sz="5150">
              <a:latin typeface="Arial Black"/>
              <a:cs typeface="Arial Black"/>
            </a:endParaRPr>
          </a:p>
          <a:p>
            <a:pPr algn="ctr" marR="14604">
              <a:lnSpc>
                <a:spcPct val="100000"/>
              </a:lnSpc>
              <a:spcBef>
                <a:spcPts val="2090"/>
              </a:spcBef>
            </a:pPr>
            <a:r>
              <a:rPr dirty="0" sz="2200" spc="-330">
                <a:solidFill>
                  <a:srgbClr val="1F1F1F"/>
                </a:solidFill>
                <a:latin typeface="Arial Black"/>
                <a:cs typeface="Arial Black"/>
              </a:rPr>
              <a:t>Alumni-</a:t>
            </a:r>
            <a:r>
              <a:rPr dirty="0" sz="2200" spc="-340">
                <a:solidFill>
                  <a:srgbClr val="1F1F1F"/>
                </a:solidFill>
                <a:latin typeface="Arial Black"/>
                <a:cs typeface="Arial Black"/>
              </a:rPr>
              <a:t>Student</a:t>
            </a:r>
            <a:r>
              <a:rPr dirty="0" sz="2200" spc="-35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2200" spc="-465">
                <a:solidFill>
                  <a:srgbClr val="113664"/>
                </a:solidFill>
                <a:latin typeface="Arial Black"/>
                <a:cs typeface="Arial Black"/>
              </a:rPr>
              <a:t>Engagement</a:t>
            </a:r>
            <a:endParaRPr sz="2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1800" spc="-310">
                <a:solidFill>
                  <a:srgbClr val="424242"/>
                </a:solidFill>
                <a:latin typeface="Arial Black"/>
                <a:cs typeface="Arial Black"/>
              </a:rPr>
              <a:t>Increase</a:t>
            </a:r>
            <a:r>
              <a:rPr dirty="0" sz="1800" spc="-5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525252"/>
                </a:solidFill>
                <a:latin typeface="Arial Black"/>
                <a:cs typeface="Arial Black"/>
              </a:rPr>
              <a:t>in</a:t>
            </a:r>
            <a:r>
              <a:rPr dirty="0" sz="1800" spc="-80">
                <a:solidFill>
                  <a:srgbClr val="525252"/>
                </a:solidFill>
                <a:latin typeface="Arial Black"/>
                <a:cs typeface="Arial Black"/>
              </a:rPr>
              <a:t> </a:t>
            </a:r>
            <a:r>
              <a:rPr dirty="0" sz="1800" spc="-250">
                <a:solidFill>
                  <a:srgbClr val="444444"/>
                </a:solidFill>
                <a:latin typeface="Arial Black"/>
                <a:cs typeface="Arial Black"/>
              </a:rPr>
              <a:t>professional</a:t>
            </a:r>
            <a:r>
              <a:rPr dirty="0" sz="1800" spc="10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dirty="0" sz="1800" spc="-275">
                <a:solidFill>
                  <a:srgbClr val="424242"/>
                </a:solidFill>
                <a:latin typeface="Arial Black"/>
                <a:cs typeface="Arial Black"/>
              </a:rPr>
              <a:t>communication</a:t>
            </a:r>
            <a:r>
              <a:rPr dirty="0" sz="1800" spc="220">
                <a:solidFill>
                  <a:srgbClr val="424242"/>
                </a:solidFill>
                <a:latin typeface="Arial Black"/>
                <a:cs typeface="Arial Black"/>
              </a:rPr>
              <a:t> </a:t>
            </a:r>
            <a:r>
              <a:rPr dirty="0" sz="1800" spc="-305">
                <a:solidFill>
                  <a:srgbClr val="4B4B4B"/>
                </a:solidFill>
                <a:latin typeface="Arial Black"/>
                <a:cs typeface="Arial Black"/>
              </a:rPr>
              <a:t>and</a:t>
            </a:r>
            <a:r>
              <a:rPr dirty="0" sz="1800" spc="-40">
                <a:solidFill>
                  <a:srgbClr val="4B4B4B"/>
                </a:solidFill>
                <a:latin typeface="Arial Black"/>
                <a:cs typeface="Arial Black"/>
              </a:rPr>
              <a:t> </a:t>
            </a:r>
            <a:r>
              <a:rPr dirty="0" sz="1800" spc="-200">
                <a:solidFill>
                  <a:srgbClr val="414141"/>
                </a:solidFill>
                <a:latin typeface="Arial Black"/>
                <a:cs typeface="Arial Black"/>
              </a:rPr>
              <a:t>support.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02230" y="5559847"/>
            <a:ext cx="5009515" cy="3230245"/>
          </a:xfrm>
          <a:prstGeom prst="rect">
            <a:avLst/>
          </a:prstGeom>
        </p:spPr>
        <p:txBody>
          <a:bodyPr wrap="square" lIns="0" tIns="5695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85"/>
              </a:spcBef>
            </a:pPr>
            <a:r>
              <a:rPr dirty="0" sz="9800" spc="-900">
                <a:solidFill>
                  <a:srgbClr val="4DA8DD"/>
                </a:solidFill>
                <a:latin typeface="Arial Black"/>
                <a:cs typeface="Arial Black"/>
              </a:rPr>
              <a:t>ü</a:t>
            </a:r>
            <a:endParaRPr sz="9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2300" spc="-380">
                <a:solidFill>
                  <a:srgbClr val="083869"/>
                </a:solidFill>
                <a:latin typeface="Arial Black"/>
                <a:cs typeface="Arial Black"/>
              </a:rPr>
              <a:t>Unified</a:t>
            </a:r>
            <a:r>
              <a:rPr dirty="0" sz="2300" spc="-210">
                <a:solidFill>
                  <a:srgbClr val="083869"/>
                </a:solidFill>
                <a:latin typeface="Arial Black"/>
                <a:cs typeface="Arial Black"/>
              </a:rPr>
              <a:t> </a:t>
            </a:r>
            <a:r>
              <a:rPr dirty="0" sz="2300" spc="-385">
                <a:solidFill>
                  <a:srgbClr val="052F60"/>
                </a:solidFill>
                <a:latin typeface="Arial Black"/>
                <a:cs typeface="Arial Black"/>
              </a:rPr>
              <a:t>Central</a:t>
            </a:r>
            <a:r>
              <a:rPr dirty="0" sz="2300" spc="-280">
                <a:solidFill>
                  <a:srgbClr val="052F60"/>
                </a:solidFill>
                <a:latin typeface="Arial Black"/>
                <a:cs typeface="Arial Black"/>
              </a:rPr>
              <a:t> </a:t>
            </a:r>
            <a:r>
              <a:rPr dirty="0" sz="2300" spc="-500">
                <a:solidFill>
                  <a:srgbClr val="033167"/>
                </a:solidFill>
                <a:latin typeface="Arial Black"/>
                <a:cs typeface="Arial Black"/>
              </a:rPr>
              <a:t>Link</a:t>
            </a:r>
            <a:endParaRPr sz="2300">
              <a:latin typeface="Arial Black"/>
              <a:cs typeface="Arial Black"/>
            </a:endParaRPr>
          </a:p>
          <a:p>
            <a:pPr algn="ctr" marL="12065" marR="5080">
              <a:lnSpc>
                <a:spcPts val="2230"/>
              </a:lnSpc>
              <a:spcBef>
                <a:spcPts val="850"/>
              </a:spcBef>
            </a:pPr>
            <a:r>
              <a:rPr dirty="0" sz="2050" spc="-375">
                <a:solidFill>
                  <a:srgbClr val="494949"/>
                </a:solidFill>
                <a:latin typeface="Arial Black"/>
                <a:cs typeface="Arial Black"/>
              </a:rPr>
              <a:t>Central</a:t>
            </a:r>
            <a:r>
              <a:rPr dirty="0" sz="2050" spc="-85">
                <a:solidFill>
                  <a:srgbClr val="494949"/>
                </a:solidFill>
                <a:latin typeface="Arial Black"/>
                <a:cs typeface="Arial Black"/>
              </a:rPr>
              <a:t> </a:t>
            </a:r>
            <a:r>
              <a:rPr dirty="0" sz="2050" spc="-470">
                <a:solidFill>
                  <a:srgbClr val="464646"/>
                </a:solidFill>
                <a:latin typeface="Arial Black"/>
                <a:cs typeface="Arial Black"/>
              </a:rPr>
              <a:t>database</a:t>
            </a:r>
            <a:r>
              <a:rPr dirty="0" sz="2050" spc="-15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2050" spc="-375">
                <a:solidFill>
                  <a:srgbClr val="3B3B3B"/>
                </a:solidFill>
                <a:latin typeface="Arial Black"/>
                <a:cs typeface="Arial Black"/>
              </a:rPr>
              <a:t>supporting</a:t>
            </a:r>
            <a:r>
              <a:rPr dirty="0" sz="2050" spc="-204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2050" spc="-405">
                <a:solidFill>
                  <a:srgbClr val="3B3B3B"/>
                </a:solidFill>
                <a:latin typeface="Arial Black"/>
                <a:cs typeface="Arial Black"/>
              </a:rPr>
              <a:t>cross-</a:t>
            </a:r>
            <a:r>
              <a:rPr dirty="0" sz="2050" spc="-415">
                <a:solidFill>
                  <a:srgbClr val="3B3B3B"/>
                </a:solidFill>
                <a:latin typeface="Arial Black"/>
                <a:cs typeface="Arial Black"/>
              </a:rPr>
              <a:t>service</a:t>
            </a:r>
            <a:r>
              <a:rPr dirty="0" sz="2050" spc="4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2050" spc="-380">
                <a:solidFill>
                  <a:srgbClr val="464646"/>
                </a:solidFill>
                <a:latin typeface="Arial Black"/>
                <a:cs typeface="Arial Black"/>
              </a:rPr>
              <a:t>platform </a:t>
            </a:r>
            <a:r>
              <a:rPr dirty="0" sz="2050" spc="-380">
                <a:solidFill>
                  <a:srgbClr val="424242"/>
                </a:solidFill>
                <a:latin typeface="Arial Black"/>
                <a:cs typeface="Arial Black"/>
              </a:rPr>
              <a:t>integration.</a:t>
            </a:r>
            <a:endParaRPr sz="2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3807" y="3750929"/>
            <a:ext cx="5815965" cy="11449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350" spc="-955">
                <a:solidFill>
                  <a:srgbClr val="0F2B57"/>
                </a:solidFill>
              </a:rPr>
              <a:t>COI3CIUSIOFI</a:t>
            </a:r>
            <a:endParaRPr sz="73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16399"/>
              </a:lnSpc>
              <a:spcBef>
                <a:spcPts val="100"/>
              </a:spcBef>
            </a:pPr>
            <a:r>
              <a:rPr dirty="0" spc="-685">
                <a:solidFill>
                  <a:srgbClr val="4F4F4F"/>
                </a:solidFill>
              </a:rPr>
              <a:t>The</a:t>
            </a:r>
            <a:r>
              <a:rPr dirty="0" spc="-265">
                <a:solidFill>
                  <a:srgbClr val="4F4F4F"/>
                </a:solidFill>
              </a:rPr>
              <a:t> </a:t>
            </a:r>
            <a:r>
              <a:rPr dirty="0" spc="-590">
                <a:solidFill>
                  <a:srgbClr val="4D5E79"/>
                </a:solidFill>
              </a:rPr>
              <a:t>Alumni</a:t>
            </a:r>
            <a:r>
              <a:rPr dirty="0" spc="-260">
                <a:solidFill>
                  <a:srgbClr val="4D5E79"/>
                </a:solidFill>
              </a:rPr>
              <a:t> </a:t>
            </a:r>
            <a:r>
              <a:rPr dirty="0" spc="-560"/>
              <a:t>Portal</a:t>
            </a:r>
            <a:r>
              <a:rPr dirty="0" spc="-90"/>
              <a:t> </a:t>
            </a:r>
            <a:r>
              <a:rPr dirty="0" spc="-620">
                <a:solidFill>
                  <a:srgbClr val="444444"/>
                </a:solidFill>
              </a:rPr>
              <a:t>serves</a:t>
            </a:r>
            <a:r>
              <a:rPr dirty="0" spc="-110">
                <a:solidFill>
                  <a:srgbClr val="444444"/>
                </a:solidFill>
              </a:rPr>
              <a:t> </a:t>
            </a:r>
            <a:r>
              <a:rPr dirty="0" spc="-815">
                <a:solidFill>
                  <a:srgbClr val="465666"/>
                </a:solidFill>
              </a:rPr>
              <a:t>as</a:t>
            </a:r>
            <a:r>
              <a:rPr dirty="0" spc="-270">
                <a:solidFill>
                  <a:srgbClr val="465666"/>
                </a:solidFill>
              </a:rPr>
              <a:t> </a:t>
            </a:r>
            <a:r>
              <a:rPr dirty="0" spc="-505">
                <a:solidFill>
                  <a:srgbClr val="4D6070"/>
                </a:solidFill>
              </a:rPr>
              <a:t>vital</a:t>
            </a:r>
            <a:r>
              <a:rPr dirty="0" spc="-260">
                <a:solidFill>
                  <a:srgbClr val="4D6070"/>
                </a:solidFill>
              </a:rPr>
              <a:t> </a:t>
            </a:r>
            <a:r>
              <a:rPr dirty="0" spc="-535">
                <a:solidFill>
                  <a:srgbClr val="425464"/>
                </a:solidFill>
              </a:rPr>
              <a:t>digital</a:t>
            </a:r>
            <a:r>
              <a:rPr dirty="0" spc="-165">
                <a:solidFill>
                  <a:srgbClr val="425464"/>
                </a:solidFill>
              </a:rPr>
              <a:t> </a:t>
            </a:r>
            <a:r>
              <a:rPr dirty="0" spc="-509">
                <a:solidFill>
                  <a:srgbClr val="444444"/>
                </a:solidFill>
              </a:rPr>
              <a:t>infrastructure</a:t>
            </a:r>
            <a:r>
              <a:rPr dirty="0" spc="-385">
                <a:solidFill>
                  <a:srgbClr val="444444"/>
                </a:solidFill>
              </a:rPr>
              <a:t> </a:t>
            </a:r>
            <a:r>
              <a:rPr dirty="0" spc="-484">
                <a:solidFill>
                  <a:srgbClr val="525252"/>
                </a:solidFill>
              </a:rPr>
              <a:t>for</a:t>
            </a:r>
            <a:r>
              <a:rPr dirty="0" spc="-305">
                <a:solidFill>
                  <a:srgbClr val="525252"/>
                </a:solidFill>
              </a:rPr>
              <a:t> </a:t>
            </a:r>
            <a:r>
              <a:rPr dirty="0" spc="-570">
                <a:solidFill>
                  <a:srgbClr val="445266"/>
                </a:solidFill>
              </a:rPr>
              <a:t>Capital</a:t>
            </a:r>
            <a:r>
              <a:rPr dirty="0" spc="-190">
                <a:solidFill>
                  <a:srgbClr val="445266"/>
                </a:solidFill>
              </a:rPr>
              <a:t> </a:t>
            </a:r>
            <a:r>
              <a:rPr dirty="0" spc="-535">
                <a:solidFill>
                  <a:srgbClr val="464646"/>
                </a:solidFill>
              </a:rPr>
              <a:t>University.</a:t>
            </a:r>
            <a:r>
              <a:rPr dirty="0" spc="10">
                <a:solidFill>
                  <a:srgbClr val="464646"/>
                </a:solidFill>
              </a:rPr>
              <a:t> </a:t>
            </a:r>
            <a:r>
              <a:rPr dirty="0" spc="-484">
                <a:solidFill>
                  <a:srgbClr val="545454"/>
                </a:solidFill>
              </a:rPr>
              <a:t>It</a:t>
            </a:r>
            <a:r>
              <a:rPr dirty="0" spc="-375">
                <a:solidFill>
                  <a:srgbClr val="545454"/>
                </a:solidFill>
              </a:rPr>
              <a:t> </a:t>
            </a:r>
            <a:r>
              <a:rPr dirty="0" spc="-600">
                <a:solidFill>
                  <a:srgbClr val="494949"/>
                </a:solidFill>
              </a:rPr>
              <a:t>bridges</a:t>
            </a:r>
            <a:r>
              <a:rPr dirty="0" spc="-155">
                <a:solidFill>
                  <a:srgbClr val="494949"/>
                </a:solidFill>
              </a:rPr>
              <a:t> </a:t>
            </a:r>
            <a:r>
              <a:rPr dirty="0" spc="-610">
                <a:solidFill>
                  <a:srgbClr val="505050"/>
                </a:solidFill>
              </a:rPr>
              <a:t>the</a:t>
            </a:r>
            <a:r>
              <a:rPr dirty="0" spc="-330">
                <a:solidFill>
                  <a:srgbClr val="505050"/>
                </a:solidFill>
              </a:rPr>
              <a:t> </a:t>
            </a:r>
            <a:r>
              <a:rPr dirty="0" spc="-755">
                <a:solidFill>
                  <a:srgbClr val="444444"/>
                </a:solidFill>
              </a:rPr>
              <a:t>gap</a:t>
            </a:r>
            <a:r>
              <a:rPr dirty="0" spc="775">
                <a:solidFill>
                  <a:srgbClr val="444444"/>
                </a:solidFill>
              </a:rPr>
              <a:t> </a:t>
            </a:r>
            <a:r>
              <a:rPr dirty="0" spc="-655">
                <a:solidFill>
                  <a:srgbClr val="4D4D4D"/>
                </a:solidFill>
              </a:rPr>
              <a:t>between</a:t>
            </a:r>
            <a:r>
              <a:rPr dirty="0" spc="-270">
                <a:solidFill>
                  <a:srgbClr val="4D4D4D"/>
                </a:solidFill>
              </a:rPr>
              <a:t> </a:t>
            </a:r>
            <a:r>
              <a:rPr dirty="0" spc="-590">
                <a:solidFill>
                  <a:srgbClr val="464646"/>
                </a:solidFill>
              </a:rPr>
              <a:t>graduating</a:t>
            </a:r>
            <a:r>
              <a:rPr dirty="0" spc="-290">
                <a:solidFill>
                  <a:srgbClr val="464646"/>
                </a:solidFill>
              </a:rPr>
              <a:t> </a:t>
            </a:r>
            <a:r>
              <a:rPr dirty="0" spc="-620"/>
              <a:t>years</a:t>
            </a:r>
            <a:r>
              <a:rPr dirty="0" spc="-250"/>
              <a:t> </a:t>
            </a:r>
            <a:r>
              <a:rPr dirty="0" spc="-705">
                <a:solidFill>
                  <a:srgbClr val="464646"/>
                </a:solidFill>
              </a:rPr>
              <a:t>and</a:t>
            </a:r>
            <a:r>
              <a:rPr dirty="0" spc="-340">
                <a:solidFill>
                  <a:srgbClr val="464646"/>
                </a:solidFill>
              </a:rPr>
              <a:t> </a:t>
            </a:r>
            <a:r>
              <a:rPr dirty="0" spc="-620">
                <a:solidFill>
                  <a:srgbClr val="494949"/>
                </a:solidFill>
              </a:rPr>
              <a:t>ongoing</a:t>
            </a:r>
            <a:r>
              <a:rPr dirty="0" spc="-380">
                <a:solidFill>
                  <a:srgbClr val="494949"/>
                </a:solidFill>
              </a:rPr>
              <a:t> </a:t>
            </a:r>
            <a:r>
              <a:rPr dirty="0" spc="-575">
                <a:solidFill>
                  <a:srgbClr val="444444"/>
                </a:solidFill>
              </a:rPr>
              <a:t>professional</a:t>
            </a:r>
            <a:r>
              <a:rPr dirty="0" spc="120">
                <a:solidFill>
                  <a:srgbClr val="444444"/>
                </a:solidFill>
              </a:rPr>
              <a:t> </a:t>
            </a:r>
            <a:r>
              <a:rPr dirty="0" spc="-760">
                <a:solidFill>
                  <a:srgbClr val="494949"/>
                </a:solidFill>
              </a:rPr>
              <a:t>success</a:t>
            </a:r>
            <a:r>
              <a:rPr dirty="0" spc="-40">
                <a:solidFill>
                  <a:srgbClr val="494949"/>
                </a:solidFill>
              </a:rPr>
              <a:t> </a:t>
            </a:r>
            <a:r>
              <a:rPr dirty="0" spc="-590">
                <a:solidFill>
                  <a:srgbClr val="525252"/>
                </a:solidFill>
              </a:rPr>
              <a:t>while</a:t>
            </a:r>
            <a:r>
              <a:rPr dirty="0" spc="-190">
                <a:solidFill>
                  <a:srgbClr val="525252"/>
                </a:solidFill>
              </a:rPr>
              <a:t> </a:t>
            </a:r>
            <a:r>
              <a:rPr dirty="0" spc="-625">
                <a:solidFill>
                  <a:srgbClr val="444444"/>
                </a:solidFill>
              </a:rPr>
              <a:t>successfully</a:t>
            </a:r>
            <a:r>
              <a:rPr dirty="0" spc="-155">
                <a:solidFill>
                  <a:srgbClr val="444444"/>
                </a:solidFill>
              </a:rPr>
              <a:t> </a:t>
            </a:r>
            <a:r>
              <a:rPr dirty="0" spc="-600">
                <a:solidFill>
                  <a:srgbClr val="484848"/>
                </a:solidFill>
              </a:rPr>
              <a:t>modernizing</a:t>
            </a:r>
            <a:r>
              <a:rPr dirty="0" spc="775">
                <a:solidFill>
                  <a:srgbClr val="484848"/>
                </a:solidFill>
              </a:rPr>
              <a:t> </a:t>
            </a:r>
            <a:r>
              <a:rPr dirty="0" spc="-530"/>
              <a:t>administrative</a:t>
            </a:r>
            <a:r>
              <a:rPr dirty="0" spc="-515"/>
              <a:t> </a:t>
            </a:r>
            <a:r>
              <a:rPr dirty="0" spc="-675">
                <a:solidFill>
                  <a:srgbClr val="464646"/>
                </a:solidFill>
              </a:rPr>
              <a:t>tasks</a:t>
            </a:r>
            <a:r>
              <a:rPr dirty="0" spc="-200">
                <a:solidFill>
                  <a:srgbClr val="464646"/>
                </a:solidFill>
              </a:rPr>
              <a:t> </a:t>
            </a:r>
            <a:r>
              <a:rPr dirty="0" spc="-585">
                <a:solidFill>
                  <a:srgbClr val="484848"/>
                </a:solidFill>
              </a:rPr>
              <a:t>through</a:t>
            </a:r>
            <a:r>
              <a:rPr dirty="0" spc="-140">
                <a:solidFill>
                  <a:srgbClr val="484848"/>
                </a:solidFill>
              </a:rPr>
              <a:t> </a:t>
            </a:r>
            <a:r>
              <a:rPr dirty="0" spc="-625"/>
              <a:t>standard</a:t>
            </a:r>
            <a:r>
              <a:rPr dirty="0" spc="-215"/>
              <a:t> </a:t>
            </a:r>
            <a:r>
              <a:rPr dirty="0" spc="-620">
                <a:solidFill>
                  <a:srgbClr val="484848"/>
                </a:solidFill>
              </a:rPr>
              <a:t>Software</a:t>
            </a:r>
            <a:r>
              <a:rPr dirty="0" spc="-60">
                <a:solidFill>
                  <a:srgbClr val="484848"/>
                </a:solidFill>
              </a:rPr>
              <a:t> </a:t>
            </a:r>
            <a:r>
              <a:rPr dirty="0" spc="-575"/>
              <a:t>Engineering</a:t>
            </a:r>
            <a:r>
              <a:rPr dirty="0" spc="-215"/>
              <a:t> </a:t>
            </a:r>
            <a:r>
              <a:rPr dirty="0" spc="-625"/>
              <a:t>practices.</a:t>
            </a:r>
          </a:p>
          <a:p>
            <a:pPr algn="ctr">
              <a:lnSpc>
                <a:spcPct val="100000"/>
              </a:lnSpc>
              <a:spcBef>
                <a:spcPts val="3975"/>
              </a:spcBef>
            </a:pPr>
            <a:r>
              <a:rPr dirty="0" sz="2950" spc="-355">
                <a:solidFill>
                  <a:srgbClr val="57A8DB"/>
                </a:solidFill>
              </a:rPr>
              <a:t>Future</a:t>
            </a:r>
            <a:r>
              <a:rPr dirty="0" sz="2950" spc="-120">
                <a:solidFill>
                  <a:srgbClr val="57A8DB"/>
                </a:solidFill>
              </a:rPr>
              <a:t> </a:t>
            </a:r>
            <a:r>
              <a:rPr dirty="0" sz="2950" spc="-370">
                <a:solidFill>
                  <a:srgbClr val="52A7E2"/>
                </a:solidFill>
              </a:rPr>
              <a:t>Scope:</a:t>
            </a:r>
            <a:r>
              <a:rPr dirty="0" sz="2950" spc="-165">
                <a:solidFill>
                  <a:srgbClr val="52A7E2"/>
                </a:solidFill>
              </a:rPr>
              <a:t> </a:t>
            </a:r>
            <a:r>
              <a:rPr dirty="0" sz="2950" spc="-185">
                <a:solidFill>
                  <a:srgbClr val="46AAE4"/>
                </a:solidFill>
              </a:rPr>
              <a:t>Al-</a:t>
            </a:r>
            <a:r>
              <a:rPr dirty="0" sz="2950" spc="-210">
                <a:solidFill>
                  <a:srgbClr val="46AAE4"/>
                </a:solidFill>
              </a:rPr>
              <a:t>driven</a:t>
            </a:r>
            <a:r>
              <a:rPr dirty="0" sz="2950" spc="-60">
                <a:solidFill>
                  <a:srgbClr val="46AAE4"/>
                </a:solidFill>
              </a:rPr>
              <a:t> </a:t>
            </a:r>
            <a:r>
              <a:rPr dirty="0" sz="2950" spc="-295">
                <a:solidFill>
                  <a:srgbClr val="49ACEB"/>
                </a:solidFill>
              </a:rPr>
              <a:t>vacancy</a:t>
            </a:r>
            <a:r>
              <a:rPr dirty="0" sz="2950" spc="15">
                <a:solidFill>
                  <a:srgbClr val="49ACEB"/>
                </a:solidFill>
              </a:rPr>
              <a:t> </a:t>
            </a:r>
            <a:r>
              <a:rPr dirty="0" sz="2950" spc="-290">
                <a:solidFill>
                  <a:srgbClr val="4BA7DF"/>
                </a:solidFill>
              </a:rPr>
              <a:t>matching</a:t>
            </a:r>
            <a:r>
              <a:rPr dirty="0" sz="2950" spc="-135">
                <a:solidFill>
                  <a:srgbClr val="4BA7DF"/>
                </a:solidFill>
              </a:rPr>
              <a:t> </a:t>
            </a:r>
            <a:r>
              <a:rPr dirty="0" sz="2950" spc="-630">
                <a:solidFill>
                  <a:srgbClr val="59A1DF"/>
                </a:solidFill>
              </a:rPr>
              <a:t>&amp;</a:t>
            </a:r>
            <a:r>
              <a:rPr dirty="0" sz="2950" spc="-310">
                <a:solidFill>
                  <a:srgbClr val="59A1DF"/>
                </a:solidFill>
              </a:rPr>
              <a:t> </a:t>
            </a:r>
            <a:r>
              <a:rPr dirty="0" sz="2950" spc="-305">
                <a:solidFill>
                  <a:srgbClr val="4DAAD4"/>
                </a:solidFill>
              </a:rPr>
              <a:t>Native</a:t>
            </a:r>
            <a:r>
              <a:rPr dirty="0" sz="2950" spc="-225">
                <a:solidFill>
                  <a:srgbClr val="4DAAD4"/>
                </a:solidFill>
              </a:rPr>
              <a:t> </a:t>
            </a:r>
            <a:r>
              <a:rPr dirty="0" sz="2950" spc="-345">
                <a:solidFill>
                  <a:srgbClr val="49A7D1"/>
                </a:solidFill>
              </a:rPr>
              <a:t>Mobile</a:t>
            </a:r>
            <a:r>
              <a:rPr dirty="0" sz="2950" spc="-65">
                <a:solidFill>
                  <a:srgbClr val="49A7D1"/>
                </a:solidFill>
              </a:rPr>
              <a:t> </a:t>
            </a:r>
            <a:r>
              <a:rPr dirty="0" sz="2950" spc="-335">
                <a:solidFill>
                  <a:srgbClr val="52A5D6"/>
                </a:solidFill>
              </a:rPr>
              <a:t>Apps.</a:t>
            </a:r>
            <a:endParaRPr sz="2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94137" y="2877918"/>
            <a:ext cx="7569834" cy="18910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200" spc="-180">
                <a:solidFill>
                  <a:srgbClr val="FFFFFF"/>
                </a:solidFill>
                <a:latin typeface="Arial MT"/>
                <a:cs typeface="Arial MT"/>
              </a:rPr>
              <a:t>Thank</a:t>
            </a:r>
            <a:r>
              <a:rPr dirty="0" sz="12200" spc="-6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200" spc="-25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7350" spc="-25">
                <a:solidFill>
                  <a:srgbClr val="FFFFFF"/>
                </a:solidFill>
                <a:latin typeface="Arial MT"/>
                <a:cs typeface="Arial MT"/>
              </a:rPr>
              <a:t>!</a:t>
            </a:r>
            <a:endParaRPr sz="73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06" y="5371564"/>
            <a:ext cx="20088860" cy="518795"/>
            <a:chOff x="15706" y="5371564"/>
            <a:chExt cx="20088860" cy="518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5371564"/>
              <a:ext cx="20088393" cy="5183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371564"/>
              <a:ext cx="20088393" cy="5183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5706" y="6816546"/>
            <a:ext cx="20088860" cy="298450"/>
            <a:chOff x="15706" y="6816546"/>
            <a:chExt cx="20088860" cy="2984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6816546"/>
              <a:ext cx="20088393" cy="2984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6816546"/>
              <a:ext cx="20088393" cy="29842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706" y="7256323"/>
            <a:ext cx="20088860" cy="298450"/>
            <a:chOff x="15706" y="7256323"/>
            <a:chExt cx="20088860" cy="2984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7256323"/>
              <a:ext cx="20088393" cy="2984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7256323"/>
              <a:ext cx="20088393" cy="29842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5706" y="7696100"/>
            <a:ext cx="20088860" cy="314325"/>
            <a:chOff x="15706" y="7696100"/>
            <a:chExt cx="20088860" cy="31432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7696100"/>
              <a:ext cx="20088393" cy="3141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7696100"/>
              <a:ext cx="20088393" cy="3141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92" y="842251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3792" y="686759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3792" y="5595379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862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140"/>
              </a:spcBef>
            </a:pPr>
            <a:r>
              <a:rPr dirty="0" spc="-675">
                <a:solidFill>
                  <a:srgbClr val="0A2D56"/>
                </a:solidFill>
              </a:rPr>
              <a:t>Imoge</a:t>
            </a:r>
            <a:r>
              <a:rPr dirty="0" spc="-385">
                <a:solidFill>
                  <a:srgbClr val="0A2D56"/>
                </a:solidFill>
              </a:rPr>
              <a:t> </a:t>
            </a:r>
            <a:r>
              <a:rPr dirty="0" spc="-819"/>
              <a:t>Sources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34116" y="4492552"/>
            <a:ext cx="9975850" cy="84581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855"/>
              </a:spcBef>
            </a:pPr>
            <a:r>
              <a:rPr dirty="0" sz="1800" spc="-254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https://stories.Iondon.ac.uk/aIumni-</a:t>
            </a:r>
            <a:r>
              <a:rPr dirty="0" sz="1800" spc="-265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ceIebration-</a:t>
            </a:r>
            <a:r>
              <a:rPr dirty="0" sz="1800" spc="-285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2022/assets/3ef8Dphb2Y/alum-</a:t>
            </a:r>
            <a:r>
              <a:rPr dirty="0" sz="1800" spc="-265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reception-</a:t>
            </a:r>
            <a:r>
              <a:rPr dirty="0" sz="1800" spc="-245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pic-</a:t>
            </a:r>
            <a:r>
              <a:rPr dirty="0" sz="1800" spc="-305">
                <a:solidFill>
                  <a:srgbClr val="3A3A3A"/>
                </a:solidFill>
                <a:latin typeface="Arial Black"/>
                <a:cs typeface="Arial Black"/>
                <a:hlinkClick r:id="rId2"/>
              </a:rPr>
              <a:t>409óx2304.jpeg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200" spc="-445">
                <a:solidFill>
                  <a:srgbClr val="696B89"/>
                </a:solidFill>
                <a:latin typeface="Arial Black"/>
                <a:cs typeface="Arial Black"/>
              </a:rPr>
              <a:t>Source:</a:t>
            </a:r>
            <a:r>
              <a:rPr dirty="0" sz="2200" spc="-150">
                <a:solidFill>
                  <a:srgbClr val="696B89"/>
                </a:solidFill>
                <a:latin typeface="Arial Black"/>
                <a:cs typeface="Arial Black"/>
              </a:rPr>
              <a:t> </a:t>
            </a:r>
            <a:r>
              <a:rPr dirty="0" sz="2200" spc="-409">
                <a:solidFill>
                  <a:srgbClr val="4948CF"/>
                </a:solidFill>
                <a:latin typeface="Arial Black"/>
                <a:cs typeface="Arial Black"/>
              </a:rPr>
              <a:t>stories.Iondon.ac.uk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3249" y="4848408"/>
            <a:ext cx="8724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40">
                <a:solidFill>
                  <a:srgbClr val="959595"/>
                </a:solidFill>
                <a:latin typeface="Arial Black"/>
                <a:cs typeface="Arial Black"/>
              </a:rPr>
              <a:t>ó00</a:t>
            </a:r>
            <a:r>
              <a:rPr dirty="0" sz="1550" spc="-75">
                <a:solidFill>
                  <a:srgbClr val="959595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909090"/>
                </a:solidFill>
                <a:latin typeface="Arial Black"/>
                <a:cs typeface="Arial Black"/>
              </a:rPr>
              <a:t>•</a:t>
            </a:r>
            <a:r>
              <a:rPr dirty="0" sz="1550" spc="-65">
                <a:solidFill>
                  <a:srgbClr val="909090"/>
                </a:solidFill>
                <a:latin typeface="Arial Black"/>
                <a:cs typeface="Arial Black"/>
              </a:rPr>
              <a:t> </a:t>
            </a:r>
            <a:r>
              <a:rPr dirty="0" sz="1550" spc="-155">
                <a:solidFill>
                  <a:srgbClr val="878787"/>
                </a:solidFill>
                <a:latin typeface="Arial Black"/>
                <a:cs typeface="Arial Black"/>
              </a:rPr>
              <a:t>400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3249" y="6120620"/>
            <a:ext cx="8724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35">
                <a:solidFill>
                  <a:srgbClr val="8C8C8C"/>
                </a:solidFill>
                <a:latin typeface="Arial Black"/>
                <a:cs typeface="Arial Black"/>
              </a:rPr>
              <a:t>ó00</a:t>
            </a:r>
            <a:r>
              <a:rPr dirty="0" sz="1550" spc="60">
                <a:solidFill>
                  <a:srgbClr val="8C8C8C"/>
                </a:solidFill>
                <a:latin typeface="Arial Black"/>
                <a:cs typeface="Arial Black"/>
              </a:rPr>
              <a:t> </a:t>
            </a:r>
            <a:r>
              <a:rPr dirty="0" sz="1550" spc="-440">
                <a:solidFill>
                  <a:srgbClr val="939393"/>
                </a:solidFill>
                <a:latin typeface="Arial Black"/>
                <a:cs typeface="Arial Black"/>
              </a:rPr>
              <a:t>x</a:t>
            </a:r>
            <a:r>
              <a:rPr dirty="0" sz="1550" spc="-35">
                <a:solidFill>
                  <a:srgbClr val="939393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8A8A8A"/>
                </a:solidFill>
                <a:latin typeface="Arial Black"/>
                <a:cs typeface="Arial Black"/>
              </a:rPr>
              <a:t>400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3249" y="7534190"/>
            <a:ext cx="86486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35">
                <a:solidFill>
                  <a:srgbClr val="8C8C8C"/>
                </a:solidFill>
                <a:latin typeface="Arial Black"/>
                <a:cs typeface="Arial Black"/>
              </a:rPr>
              <a:t>ó00</a:t>
            </a:r>
            <a:r>
              <a:rPr dirty="0" sz="1550" spc="60">
                <a:solidFill>
                  <a:srgbClr val="8C8C8C"/>
                </a:solidFill>
                <a:latin typeface="Arial Black"/>
                <a:cs typeface="Arial Black"/>
              </a:rPr>
              <a:t> </a:t>
            </a:r>
            <a:r>
              <a:rPr dirty="0" sz="1550" spc="-440">
                <a:solidFill>
                  <a:srgbClr val="939393"/>
                </a:solidFill>
                <a:latin typeface="Arial Black"/>
                <a:cs typeface="Arial Black"/>
              </a:rPr>
              <a:t>x</a:t>
            </a:r>
            <a:r>
              <a:rPr dirty="0" sz="1550" spc="-35">
                <a:solidFill>
                  <a:srgbClr val="939393"/>
                </a:solidFill>
                <a:latin typeface="Arial Black"/>
                <a:cs typeface="Arial Black"/>
              </a:rPr>
              <a:t> </a:t>
            </a:r>
            <a:r>
              <a:rPr dirty="0" sz="1550" spc="-180">
                <a:solidFill>
                  <a:srgbClr val="909090"/>
                </a:solidFill>
                <a:latin typeface="Arial Black"/>
                <a:cs typeface="Arial Black"/>
              </a:rPr>
              <a:t>400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3549" y="5782789"/>
            <a:ext cx="11586210" cy="83058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710"/>
              </a:spcBef>
            </a:pPr>
            <a:r>
              <a:rPr dirty="0" sz="1800" spc="-260">
                <a:solidFill>
                  <a:srgbClr val="424242"/>
                </a:solidFill>
                <a:latin typeface="Arial Black"/>
                <a:cs typeface="Arial Black"/>
                <a:hlinkClick r:id="rId3"/>
              </a:rPr>
              <a:t>https://cdn.dribbbIe.com/userupIoad/4746465</a:t>
            </a:r>
            <a:r>
              <a:rPr dirty="0" sz="1800" spc="-260">
                <a:solidFill>
                  <a:srgbClr val="464646"/>
                </a:solidFill>
                <a:latin typeface="Arial Black"/>
                <a:cs typeface="Arial Black"/>
                <a:hlinkClick r:id="rId3"/>
              </a:rPr>
              <a:t>6/fiIe/440fó88088</a:t>
            </a:r>
            <a:r>
              <a:rPr dirty="0" sz="1800" spc="-260">
                <a:solidFill>
                  <a:srgbClr val="464646"/>
                </a:solidFill>
                <a:latin typeface="Arial Black"/>
                <a:cs typeface="Arial Black"/>
              </a:rPr>
              <a:t>1cd5</a:t>
            </a:r>
            <a:r>
              <a:rPr dirty="0" sz="1800" spc="-180">
                <a:solidFill>
                  <a:srgbClr val="464646"/>
                </a:solidFill>
                <a:latin typeface="Arial Black"/>
                <a:cs typeface="Arial Black"/>
              </a:rPr>
              <a:t> </a:t>
            </a:r>
            <a:r>
              <a:rPr dirty="0" sz="1800" spc="-315">
                <a:solidFill>
                  <a:srgbClr val="606290"/>
                </a:solidFill>
                <a:latin typeface="Arial Black"/>
                <a:cs typeface="Arial Black"/>
              </a:rPr>
              <a:t>ece</a:t>
            </a:r>
            <a:r>
              <a:rPr dirty="0" sz="1800" spc="-285">
                <a:solidFill>
                  <a:srgbClr val="606290"/>
                </a:solidFill>
                <a:latin typeface="Arial Black"/>
                <a:cs typeface="Arial Black"/>
              </a:rPr>
              <a:t>6</a:t>
            </a:r>
            <a:r>
              <a:rPr dirty="0" sz="1800" spc="-315">
                <a:solidFill>
                  <a:srgbClr val="4B4B4B"/>
                </a:solidFill>
                <a:latin typeface="Arial Black"/>
                <a:cs typeface="Arial Black"/>
              </a:rPr>
              <a:t>9</a:t>
            </a:r>
            <a:r>
              <a:rPr dirty="0" sz="1800" spc="-980">
                <a:solidFill>
                  <a:srgbClr val="4B4B4B"/>
                </a:solidFill>
                <a:latin typeface="Arial Black"/>
                <a:cs typeface="Arial Black"/>
              </a:rPr>
              <a:t>a</a:t>
            </a:r>
            <a:r>
              <a:rPr dirty="0" sz="1800" spc="-50">
                <a:solidFill>
                  <a:srgbClr val="4F4F4F"/>
                </a:solidFill>
                <a:latin typeface="Arial Black"/>
                <a:cs typeface="Arial Black"/>
              </a:rPr>
              <a:t>55</a:t>
            </a:r>
            <a:r>
              <a:rPr dirty="0" sz="1800" spc="-315">
                <a:solidFill>
                  <a:srgbClr val="4F4F4F"/>
                </a:solidFill>
                <a:latin typeface="Arial Black"/>
                <a:cs typeface="Arial Black"/>
              </a:rPr>
              <a:t>5c4</a:t>
            </a:r>
            <a:r>
              <a:rPr dirty="0" sz="1800" spc="-305">
                <a:solidFill>
                  <a:srgbClr val="4F4F4F"/>
                </a:solidFill>
                <a:latin typeface="Arial Black"/>
                <a:cs typeface="Arial Black"/>
              </a:rPr>
              <a:t>a</a:t>
            </a:r>
            <a:r>
              <a:rPr dirty="0" sz="1800" spc="-190">
                <a:solidFill>
                  <a:srgbClr val="4F4F4F"/>
                </a:solidFill>
                <a:latin typeface="Arial Black"/>
                <a:cs typeface="Arial Black"/>
              </a:rPr>
              <a:t> </a:t>
            </a:r>
            <a:r>
              <a:rPr dirty="0" sz="1800" spc="-295">
                <a:solidFill>
                  <a:srgbClr val="3F3F3F"/>
                </a:solidFill>
                <a:latin typeface="Arial Black"/>
                <a:cs typeface="Arial Black"/>
              </a:rPr>
              <a:t>l7bddó.png*resize=752x&amp;verticaI=center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300" spc="-509">
                <a:solidFill>
                  <a:srgbClr val="3F3F3F"/>
                </a:solidFill>
                <a:latin typeface="Arial Black"/>
                <a:cs typeface="Arial Black"/>
              </a:rPr>
              <a:t>Source:</a:t>
            </a:r>
            <a:r>
              <a:rPr dirty="0" sz="2300" spc="-16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300" spc="-495">
                <a:solidFill>
                  <a:srgbClr val="8E93F6"/>
                </a:solidFill>
                <a:latin typeface="Arial Black"/>
                <a:cs typeface="Arial Black"/>
              </a:rPr>
              <a:t>dribbbIe.com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4116" y="7077398"/>
            <a:ext cx="16459835" cy="11036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409"/>
              </a:spcBef>
            </a:pPr>
            <a:r>
              <a:rPr dirty="0" sz="1800" spc="-260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https://static.vecteezy.com/system/resources/thumbnails/073/305/731/small/male-</a:t>
            </a:r>
            <a:r>
              <a:rPr dirty="0" sz="1800" spc="-29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programmer-</a:t>
            </a:r>
            <a:r>
              <a:rPr dirty="0" sz="1800" spc="-270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seated-</a:t>
            </a:r>
            <a:r>
              <a:rPr dirty="0" sz="1800" spc="-229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at-a-</a:t>
            </a:r>
            <a:r>
              <a:rPr dirty="0" sz="1800" spc="-29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modern-</a:t>
            </a:r>
            <a:r>
              <a:rPr dirty="0" sz="1800" spc="-26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workstation-</a:t>
            </a:r>
            <a:r>
              <a:rPr dirty="0" sz="1800" spc="-27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surrounded-</a:t>
            </a:r>
            <a:r>
              <a:rPr dirty="0" sz="1800" spc="-254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by-</a:t>
            </a:r>
            <a:r>
              <a:rPr dirty="0" sz="1800" spc="-250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multiple-</a:t>
            </a:r>
            <a:r>
              <a:rPr dirty="0" sz="1800" spc="-26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monitors-</a:t>
            </a:r>
            <a:r>
              <a:rPr dirty="0" sz="1800" spc="-254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displaying-</a:t>
            </a:r>
            <a:r>
              <a:rPr dirty="0" sz="1800" spc="-325">
                <a:solidFill>
                  <a:srgbClr val="3F3F3F"/>
                </a:solidFill>
                <a:latin typeface="Arial Black"/>
                <a:cs typeface="Arial Black"/>
                <a:hlinkClick r:id="rId4"/>
              </a:rPr>
              <a:t>code</a:t>
            </a:r>
            <a:endParaRPr sz="1800">
              <a:latin typeface="Arial Black"/>
              <a:cs typeface="Arial Black"/>
            </a:endParaRPr>
          </a:p>
          <a:p>
            <a:pPr marL="17145">
              <a:lnSpc>
                <a:spcPct val="100000"/>
              </a:lnSpc>
              <a:spcBef>
                <a:spcPts val="315"/>
              </a:spcBef>
            </a:pPr>
            <a:r>
              <a:rPr dirty="0" sz="1800" spc="-170">
                <a:solidFill>
                  <a:srgbClr val="3F3F3F"/>
                </a:solidFill>
                <a:latin typeface="Arial Black"/>
                <a:cs typeface="Arial Black"/>
              </a:rPr>
              <a:t>-</a:t>
            </a:r>
            <a:r>
              <a:rPr dirty="0" sz="1800" spc="-305">
                <a:solidFill>
                  <a:srgbClr val="3F3F3F"/>
                </a:solidFill>
                <a:latin typeface="Arial Black"/>
                <a:cs typeface="Arial Black"/>
              </a:rPr>
              <a:t>immersed-</a:t>
            </a:r>
            <a:r>
              <a:rPr dirty="0" sz="1800" spc="-220">
                <a:solidFill>
                  <a:srgbClr val="3F3F3F"/>
                </a:solidFill>
                <a:latin typeface="Arial Black"/>
                <a:cs typeface="Arial Black"/>
              </a:rPr>
              <a:t>in-</a:t>
            </a:r>
            <a:r>
              <a:rPr dirty="0" sz="1800" spc="-275">
                <a:solidFill>
                  <a:srgbClr val="3F3F3F"/>
                </a:solidFill>
                <a:latin typeface="Arial Black"/>
                <a:cs typeface="Arial Black"/>
              </a:rPr>
              <a:t>software-</a:t>
            </a:r>
            <a:r>
              <a:rPr dirty="0" sz="1800" spc="-295">
                <a:solidFill>
                  <a:srgbClr val="3F3F3F"/>
                </a:solidFill>
                <a:latin typeface="Arial Black"/>
                <a:cs typeface="Arial Black"/>
              </a:rPr>
              <a:t>development-</a:t>
            </a:r>
            <a:r>
              <a:rPr dirty="0" sz="1800" spc="-280">
                <a:solidFill>
                  <a:srgbClr val="3F3F3F"/>
                </a:solidFill>
                <a:latin typeface="Arial Black"/>
                <a:cs typeface="Arial Black"/>
              </a:rPr>
              <a:t>and-technology-</a:t>
            </a:r>
            <a:r>
              <a:rPr dirty="0" sz="1800" spc="-265">
                <a:solidFill>
                  <a:srgbClr val="3F3F3F"/>
                </a:solidFill>
                <a:latin typeface="Arial Black"/>
                <a:cs typeface="Arial Black"/>
              </a:rPr>
              <a:t>innovation-</a:t>
            </a:r>
            <a:r>
              <a:rPr dirty="0" sz="1800" spc="-220">
                <a:solidFill>
                  <a:srgbClr val="3F3F3F"/>
                </a:solidFill>
                <a:latin typeface="Arial Black"/>
                <a:cs typeface="Arial Black"/>
              </a:rPr>
              <a:t>in-</a:t>
            </a:r>
            <a:r>
              <a:rPr dirty="0" sz="1800" spc="-245">
                <a:solidFill>
                  <a:srgbClr val="3F3F3F"/>
                </a:solidFill>
                <a:latin typeface="Arial Black"/>
                <a:cs typeface="Arial Black"/>
              </a:rPr>
              <a:t>a-</a:t>
            </a:r>
            <a:r>
              <a:rPr dirty="0" sz="1800" spc="-260">
                <a:solidFill>
                  <a:srgbClr val="3F3F3F"/>
                </a:solidFill>
                <a:latin typeface="Arial Black"/>
                <a:cs typeface="Arial Black"/>
              </a:rPr>
              <a:t>collaborative-</a:t>
            </a:r>
            <a:r>
              <a:rPr dirty="0" sz="1800" spc="-305">
                <a:solidFill>
                  <a:srgbClr val="3F3F3F"/>
                </a:solidFill>
                <a:latin typeface="Arial Black"/>
                <a:cs typeface="Arial Black"/>
              </a:rPr>
              <a:t>workspace-</a:t>
            </a:r>
            <a:r>
              <a:rPr dirty="0" sz="1800" spc="-290">
                <a:solidFill>
                  <a:srgbClr val="3F3F3F"/>
                </a:solidFill>
                <a:latin typeface="Arial Black"/>
                <a:cs typeface="Arial Black"/>
              </a:rPr>
              <a:t>photo.jpeg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200" spc="-445">
                <a:solidFill>
                  <a:srgbClr val="3D3D3D"/>
                </a:solidFill>
                <a:latin typeface="Arial Black"/>
                <a:cs typeface="Arial Black"/>
              </a:rPr>
              <a:t>Source:</a:t>
            </a:r>
            <a:r>
              <a:rPr dirty="0" sz="2200" spc="-16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2200" spc="-500">
                <a:solidFill>
                  <a:srgbClr val="443FBC"/>
                </a:solidFill>
                <a:latin typeface="Arial Black"/>
                <a:cs typeface="Arial Black"/>
                <a:hlinkClick r:id="rId5"/>
              </a:rPr>
              <a:t>www.vecteezy.com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2026-06-09T00:43:08Z</dcterms:created>
  <dcterms:modified xsi:type="dcterms:W3CDTF">2026-06-09T00:43:08Z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2026-06-07T00:00:00Z</vt:filetime>
  </property>
  <property fmtid="{D5CDD505-2E9C-101B-9397-08002B2CF9AE}" pid="4" name="LastSaved">
    <vt:filetime>2026-06-09T00:00:00Z</vt:filetime>
  </property>
</Properties>
</file>