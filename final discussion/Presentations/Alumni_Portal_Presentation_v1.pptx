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Alumni Portal: A Bridge Between the University and its Graduates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Capital University</a:t>
            </a:r>
          </a:p>
          <a:p>
            <a:r>
              <a:t>Faculty of Computers &amp; AI</a:t>
            </a:r>
          </a:p>
          <a:p>
            <a:r>
              <a:t>Software Engineering Department</a:t>
            </a:r>
          </a:p>
          <a:p/>
          <a:p>
            <a:r>
              <a:t>Graduation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Alumni Portal is a digital platform connecting graduates with the university and each other.</a:t>
            </a:r>
          </a:p>
          <a:p>
            <a:r>
              <a:t>It enables networking, opportunities, and services in one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Lack of communication between alumni and university</a:t>
            </a:r>
          </a:p>
          <a:p>
            <a:r>
              <a:t>No centralized platform for alumni interaction</a:t>
            </a:r>
          </a:p>
          <a:p>
            <a:r>
              <a:t>Difficulty in managing alumni data and requests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 alumni networking</a:t>
            </a:r>
          </a:p>
          <a:p>
            <a:r>
              <a:t>Provide job opportunities</a:t>
            </a:r>
          </a:p>
          <a:p>
            <a:r>
              <a:t>Digitize document requests</a:t>
            </a:r>
          </a:p>
          <a:p>
            <a:r>
              <a:t>Strengthen university-graduate relationship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 main roles:</a:t>
            </a:r>
          </a:p>
          <a:p>
            <a:r>
              <a:t>- Alumni (Graduates)</a:t>
            </a:r>
          </a:p>
          <a:p>
            <a:r>
              <a:t>- Admin / Staff</a:t>
            </a:r>
          </a:p>
          <a:p/>
          <a:p>
            <a:r>
              <a:t>Full social + management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Alumni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Profile management</a:t>
            </a:r>
          </a:p>
          <a:p>
            <a:r>
              <a:t>Posts, likes, comments</a:t>
            </a:r>
          </a:p>
          <a:p>
            <a:r>
              <a:t>Friends &amp; networking</a:t>
            </a:r>
          </a:p>
          <a:p>
            <a:r>
              <a:t>Communities &amp; groups</a:t>
            </a:r>
          </a:p>
          <a:p>
            <a:r>
              <a:t>Notifications</a:t>
            </a:r>
          </a:p>
          <a:p>
            <a:r>
              <a:t>Digital ID</a:t>
            </a:r>
          </a:p>
          <a:p>
            <a:r>
              <a:t>Document requests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 analytics</a:t>
            </a:r>
          </a:p>
          <a:p>
            <a:r>
              <a:t>User &amp; staff management</a:t>
            </a:r>
          </a:p>
          <a:p>
            <a:r>
              <a:t>Community management</a:t>
            </a:r>
          </a:p>
          <a:p>
            <a:r>
              <a:t>Posts moderation</a:t>
            </a:r>
          </a:p>
          <a:p>
            <a:r>
              <a:t>Document approvals</a:t>
            </a:r>
          </a:p>
          <a:p>
            <a:r>
              <a:t>Roles &amp; permissions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Register → Pending → Approval → Login</a:t>
            </a:r>
          </a:p>
          <a:p>
            <a:r>
              <a:t>Auto group invitation</a:t>
            </a:r>
          </a:p>
          <a:p>
            <a:r>
              <a:t>Document request lifecycle</a:t>
            </a:r>
          </a:p>
          <a:p>
            <a:r>
              <a:t>Notifications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React.js</a:t>
            </a:r>
          </a:p>
          <a:p>
            <a:r>
              <a:t>Backend: Node.js / ASP.NET Core</a:t>
            </a:r>
          </a:p>
          <a:p>
            <a:r>
              <a:t>Database: SQL Server / PostgreSQL</a:t>
            </a:r>
          </a:p>
          <a:p>
            <a:r>
              <a:t>Real-time chat: WebSockets / SignalR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Role-based access control (RBAC)</a:t>
            </a:r>
          </a:p>
          <a:p>
            <a:r>
              <a:t>Admin vs Staff permissions</a:t>
            </a:r>
          </a:p>
          <a:p>
            <a:r>
              <a:t>Secure data handling</a:t>
            </a:r>
          </a:p>
          <a:p>
            <a:r>
              <a:t>Controlled access to modules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Landing page</a:t>
            </a:r>
          </a:p>
          <a:p>
            <a:r>
              <a:t>Alumni dashboard</a:t>
            </a:r>
          </a:p>
          <a:p>
            <a:r>
              <a:t>Admin control panel</a:t>
            </a:r>
          </a:p>
          <a:p>
            <a:r>
              <a:t>Digital ID with QR code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enhances communication between university and graduates</a:t>
            </a:r>
          </a:p>
          <a:p>
            <a:r>
              <a:t>Future improvements: Mobile app, AI features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